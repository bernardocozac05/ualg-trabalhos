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72" r:id="rId7"/>
    <p:sldId id="265" r:id="rId8"/>
    <p:sldId id="273" r:id="rId9"/>
    <p:sldId id="274" r:id="rId10"/>
    <p:sldId id="277" r:id="rId11"/>
    <p:sldId id="263" r:id="rId12"/>
    <p:sldId id="275" r:id="rId13"/>
    <p:sldId id="276" r:id="rId14"/>
    <p:sldId id="278" r:id="rId15"/>
    <p:sldId id="271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83E91A-DE5C-43AC-B6A1-84544AF0CFA8}" v="90" dt="2025-11-25T01:32:13.68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498" y="2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ogo carvalho" userId="3fc03364a2bd823d" providerId="LiveId" clId="{411C5671-B004-4BCF-AB26-A19A5A4955D0}"/>
    <pc:docChg chg="undo custSel modSld sldOrd">
      <pc:chgData name="diogo carvalho" userId="3fc03364a2bd823d" providerId="LiveId" clId="{411C5671-B004-4BCF-AB26-A19A5A4955D0}" dt="2025-11-25T01:32:13.686" v="576"/>
      <pc:docMkLst>
        <pc:docMk/>
      </pc:docMkLst>
      <pc:sldChg chg="modSp mod">
        <pc:chgData name="diogo carvalho" userId="3fc03364a2bd823d" providerId="LiveId" clId="{411C5671-B004-4BCF-AB26-A19A5A4955D0}" dt="2025-11-25T01:16:24.199" v="295" actId="790"/>
        <pc:sldMkLst>
          <pc:docMk/>
          <pc:sldMk cId="0" sldId="256"/>
        </pc:sldMkLst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56"/>
            <ac:spMk id="6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56"/>
            <ac:spMk id="7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56"/>
            <ac:spMk id="8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56"/>
            <ac:spMk id="9" creationId="{00000000-0000-0000-0000-000000000000}"/>
          </ac:spMkLst>
        </pc:spChg>
      </pc:sldChg>
      <pc:sldChg chg="addSp delSp modSp mod">
        <pc:chgData name="diogo carvalho" userId="3fc03364a2bd823d" providerId="LiveId" clId="{411C5671-B004-4BCF-AB26-A19A5A4955D0}" dt="2025-11-25T01:32:13.686" v="576"/>
        <pc:sldMkLst>
          <pc:docMk/>
          <pc:sldMk cId="0" sldId="257"/>
        </pc:sldMkLst>
        <pc:spChg chg="mod">
          <ac:chgData name="diogo carvalho" userId="3fc03364a2bd823d" providerId="LiveId" clId="{411C5671-B004-4BCF-AB26-A19A5A4955D0}" dt="2025-11-25T01:29:05.006" v="500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26:57.640" v="468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21:08.171" v="387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57"/>
            <ac:spMk id="13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24:44.516" v="431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57"/>
            <ac:spMk id="21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57"/>
            <ac:spMk id="22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25:57.131" v="447" actId="107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26:28.778" v="460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57"/>
            <ac:spMk id="30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57"/>
            <ac:spMk id="32" creationId="{7853C603-F5C7-9280-72EC-990FF54B67AB}"/>
          </ac:spMkLst>
        </pc:spChg>
        <pc:spChg chg="mod">
          <ac:chgData name="diogo carvalho" userId="3fc03364a2bd823d" providerId="LiveId" clId="{411C5671-B004-4BCF-AB26-A19A5A4955D0}" dt="2025-11-25T01:18:19.476" v="359" actId="14100"/>
          <ac:spMkLst>
            <pc:docMk/>
            <pc:sldMk cId="0" sldId="257"/>
            <ac:spMk id="33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0:47:58.062" v="16" actId="122"/>
          <ac:spMkLst>
            <pc:docMk/>
            <pc:sldMk cId="0" sldId="257"/>
            <ac:spMk id="34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21:13.783" v="389"/>
          <ac:spMkLst>
            <pc:docMk/>
            <pc:sldMk cId="0" sldId="257"/>
            <ac:spMk id="35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19:21.244" v="366" actId="14100"/>
          <ac:spMkLst>
            <pc:docMk/>
            <pc:sldMk cId="0" sldId="257"/>
            <ac:spMk id="36" creationId="{00000000-0000-0000-0000-000000000000}"/>
          </ac:spMkLst>
        </pc:spChg>
        <pc:spChg chg="del mod">
          <ac:chgData name="diogo carvalho" userId="3fc03364a2bd823d" providerId="LiveId" clId="{411C5671-B004-4BCF-AB26-A19A5A4955D0}" dt="2025-11-25T01:22:54.331" v="409" actId="478"/>
          <ac:spMkLst>
            <pc:docMk/>
            <pc:sldMk cId="0" sldId="257"/>
            <ac:spMk id="37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57"/>
            <ac:spMk id="41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17:55.364" v="350"/>
          <ac:spMkLst>
            <pc:docMk/>
            <pc:sldMk cId="0" sldId="257"/>
            <ac:spMk id="43" creationId="{B4A8E46A-0B1A-CD01-B3EF-88A6B28EF796}"/>
          </ac:spMkLst>
        </pc:spChg>
        <pc:spChg chg="mod">
          <ac:chgData name="diogo carvalho" userId="3fc03364a2bd823d" providerId="LiveId" clId="{411C5671-B004-4BCF-AB26-A19A5A4955D0}" dt="2025-11-25T01:18:01.455" v="354" actId="20577"/>
          <ac:spMkLst>
            <pc:docMk/>
            <pc:sldMk cId="0" sldId="257"/>
            <ac:spMk id="44" creationId="{D6F24FB1-1693-8F36-D7C0-59CF9ADD1AC0}"/>
          </ac:spMkLst>
        </pc:spChg>
        <pc:spChg chg="mod">
          <ac:chgData name="diogo carvalho" userId="3fc03364a2bd823d" providerId="LiveId" clId="{411C5671-B004-4BCF-AB26-A19A5A4955D0}" dt="2025-11-25T01:20:19.237" v="377"/>
          <ac:spMkLst>
            <pc:docMk/>
            <pc:sldMk cId="0" sldId="257"/>
            <ac:spMk id="46" creationId="{DD1A4A33-AFD4-8AED-AB39-4185EE2B22E6}"/>
          </ac:spMkLst>
        </pc:spChg>
        <pc:spChg chg="mod">
          <ac:chgData name="diogo carvalho" userId="3fc03364a2bd823d" providerId="LiveId" clId="{411C5671-B004-4BCF-AB26-A19A5A4955D0}" dt="2025-11-25T01:20:19.237" v="377"/>
          <ac:spMkLst>
            <pc:docMk/>
            <pc:sldMk cId="0" sldId="257"/>
            <ac:spMk id="47" creationId="{569F394A-98B8-3FC1-35B1-B39627664405}"/>
          </ac:spMkLst>
        </pc:spChg>
        <pc:spChg chg="add mod">
          <ac:chgData name="diogo carvalho" userId="3fc03364a2bd823d" providerId="LiveId" clId="{411C5671-B004-4BCF-AB26-A19A5A4955D0}" dt="2025-11-25T01:21:26.864" v="392" actId="20577"/>
          <ac:spMkLst>
            <pc:docMk/>
            <pc:sldMk cId="0" sldId="257"/>
            <ac:spMk id="48" creationId="{FF82E009-F0C8-DDFD-94B2-12BFB0CE51B4}"/>
          </ac:spMkLst>
        </pc:spChg>
        <pc:spChg chg="add mod">
          <ac:chgData name="diogo carvalho" userId="3fc03364a2bd823d" providerId="LiveId" clId="{411C5671-B004-4BCF-AB26-A19A5A4955D0}" dt="2025-11-25T01:24:23.089" v="425" actId="20577"/>
          <ac:spMkLst>
            <pc:docMk/>
            <pc:sldMk cId="0" sldId="257"/>
            <ac:spMk id="49" creationId="{97EB499F-752F-1D0C-B5A8-6CA8CF58EA80}"/>
          </ac:spMkLst>
        </pc:spChg>
        <pc:spChg chg="add mod">
          <ac:chgData name="diogo carvalho" userId="3fc03364a2bd823d" providerId="LiveId" clId="{411C5671-B004-4BCF-AB26-A19A5A4955D0}" dt="2025-11-25T01:24:28.131" v="426" actId="20577"/>
          <ac:spMkLst>
            <pc:docMk/>
            <pc:sldMk cId="0" sldId="257"/>
            <ac:spMk id="50" creationId="{9F401AE0-BA02-A8A2-77EE-50E3409A455E}"/>
          </ac:spMkLst>
        </pc:spChg>
        <pc:spChg chg="add mod">
          <ac:chgData name="diogo carvalho" userId="3fc03364a2bd823d" providerId="LiveId" clId="{411C5671-B004-4BCF-AB26-A19A5A4955D0}" dt="2025-11-25T01:24:31.377" v="427" actId="20577"/>
          <ac:spMkLst>
            <pc:docMk/>
            <pc:sldMk cId="0" sldId="257"/>
            <ac:spMk id="51" creationId="{0B6E8209-5F35-C59B-616F-1C8105B925AC}"/>
          </ac:spMkLst>
        </pc:spChg>
        <pc:spChg chg="add mod">
          <ac:chgData name="diogo carvalho" userId="3fc03364a2bd823d" providerId="LiveId" clId="{411C5671-B004-4BCF-AB26-A19A5A4955D0}" dt="2025-11-25T01:24:34.717" v="428" actId="20577"/>
          <ac:spMkLst>
            <pc:docMk/>
            <pc:sldMk cId="0" sldId="257"/>
            <ac:spMk id="52" creationId="{4B5B5E31-6E83-78F4-F22F-D13B0F5F6284}"/>
          </ac:spMkLst>
        </pc:spChg>
        <pc:spChg chg="add mod">
          <ac:chgData name="diogo carvalho" userId="3fc03364a2bd823d" providerId="LiveId" clId="{411C5671-B004-4BCF-AB26-A19A5A4955D0}" dt="2025-11-25T01:24:41.781" v="429" actId="20577"/>
          <ac:spMkLst>
            <pc:docMk/>
            <pc:sldMk cId="0" sldId="257"/>
            <ac:spMk id="53" creationId="{26661F5A-F1D0-103B-7DAE-CDCFF84D4A79}"/>
          </ac:spMkLst>
        </pc:spChg>
        <pc:spChg chg="add mod">
          <ac:chgData name="diogo carvalho" userId="3fc03364a2bd823d" providerId="LiveId" clId="{411C5671-B004-4BCF-AB26-A19A5A4955D0}" dt="2025-11-25T01:24:50.409" v="432" actId="20577"/>
          <ac:spMkLst>
            <pc:docMk/>
            <pc:sldMk cId="0" sldId="257"/>
            <ac:spMk id="54" creationId="{C5F9AC5E-E4C3-1BCF-43AB-D20329A1FC13}"/>
          </ac:spMkLst>
        </pc:spChg>
        <pc:spChg chg="add mod">
          <ac:chgData name="diogo carvalho" userId="3fc03364a2bd823d" providerId="LiveId" clId="{411C5671-B004-4BCF-AB26-A19A5A4955D0}" dt="2025-11-25T01:24:53.956" v="433" actId="20577"/>
          <ac:spMkLst>
            <pc:docMk/>
            <pc:sldMk cId="0" sldId="257"/>
            <ac:spMk id="55" creationId="{DACD9437-C27D-7A7D-3A70-2B75F61E76E8}"/>
          </ac:spMkLst>
        </pc:spChg>
        <pc:spChg chg="add mod">
          <ac:chgData name="diogo carvalho" userId="3fc03364a2bd823d" providerId="LiveId" clId="{411C5671-B004-4BCF-AB26-A19A5A4955D0}" dt="2025-11-25T01:26:14.650" v="454" actId="20577"/>
          <ac:spMkLst>
            <pc:docMk/>
            <pc:sldMk cId="0" sldId="257"/>
            <ac:spMk id="56" creationId="{892B48D3-427D-584C-81B7-B36784492AE0}"/>
          </ac:spMkLst>
        </pc:spChg>
        <pc:spChg chg="add mod">
          <ac:chgData name="diogo carvalho" userId="3fc03364a2bd823d" providerId="LiveId" clId="{411C5671-B004-4BCF-AB26-A19A5A4955D0}" dt="2025-11-25T01:26:39.360" v="463" actId="1076"/>
          <ac:spMkLst>
            <pc:docMk/>
            <pc:sldMk cId="0" sldId="257"/>
            <ac:spMk id="57" creationId="{6D2DF195-8708-D41B-028F-5CD21C0CFC2F}"/>
          </ac:spMkLst>
        </pc:spChg>
        <pc:spChg chg="add mod">
          <ac:chgData name="diogo carvalho" userId="3fc03364a2bd823d" providerId="LiveId" clId="{411C5671-B004-4BCF-AB26-A19A5A4955D0}" dt="2025-11-25T01:26:50.732" v="466" actId="1076"/>
          <ac:spMkLst>
            <pc:docMk/>
            <pc:sldMk cId="0" sldId="257"/>
            <ac:spMk id="58" creationId="{8CC82D9E-AE00-1D24-5626-CB439D3D53F2}"/>
          </ac:spMkLst>
        </pc:spChg>
        <pc:spChg chg="add mod">
          <ac:chgData name="diogo carvalho" userId="3fc03364a2bd823d" providerId="LiveId" clId="{411C5671-B004-4BCF-AB26-A19A5A4955D0}" dt="2025-11-25T01:29:44.300" v="507"/>
          <ac:spMkLst>
            <pc:docMk/>
            <pc:sldMk cId="0" sldId="257"/>
            <ac:spMk id="59" creationId="{A35A65F7-04C3-4A2F-4AA4-2937FFB8EB4B}"/>
          </ac:spMkLst>
        </pc:spChg>
        <pc:spChg chg="add mod">
          <ac:chgData name="diogo carvalho" userId="3fc03364a2bd823d" providerId="LiveId" clId="{411C5671-B004-4BCF-AB26-A19A5A4955D0}" dt="2025-11-25T01:29:24.710" v="503"/>
          <ac:spMkLst>
            <pc:docMk/>
            <pc:sldMk cId="0" sldId="257"/>
            <ac:spMk id="60" creationId="{1F2827EE-54D1-337A-9398-CEC45CE3A847}"/>
          </ac:spMkLst>
        </pc:spChg>
        <pc:spChg chg="add mod">
          <ac:chgData name="diogo carvalho" userId="3fc03364a2bd823d" providerId="LiveId" clId="{411C5671-B004-4BCF-AB26-A19A5A4955D0}" dt="2025-11-25T01:29:28.276" v="504"/>
          <ac:spMkLst>
            <pc:docMk/>
            <pc:sldMk cId="0" sldId="257"/>
            <ac:spMk id="61" creationId="{E2A3BD01-D23E-74B1-ADDC-47CF4F32E46F}"/>
          </ac:spMkLst>
        </pc:spChg>
        <pc:spChg chg="add mod">
          <ac:chgData name="diogo carvalho" userId="3fc03364a2bd823d" providerId="LiveId" clId="{411C5671-B004-4BCF-AB26-A19A5A4955D0}" dt="2025-11-25T01:29:54.196" v="509"/>
          <ac:spMkLst>
            <pc:docMk/>
            <pc:sldMk cId="0" sldId="257"/>
            <ac:spMk id="62" creationId="{A1CC38F1-E78F-5413-08FB-915FB35EC464}"/>
          </ac:spMkLst>
        </pc:spChg>
        <pc:spChg chg="add mod">
          <ac:chgData name="diogo carvalho" userId="3fc03364a2bd823d" providerId="LiveId" clId="{411C5671-B004-4BCF-AB26-A19A5A4955D0}" dt="2025-11-25T01:30:04.762" v="511"/>
          <ac:spMkLst>
            <pc:docMk/>
            <pc:sldMk cId="0" sldId="257"/>
            <ac:spMk id="63" creationId="{EFDB167F-9433-5217-1EE7-4F0473368A65}"/>
          </ac:spMkLst>
        </pc:spChg>
        <pc:spChg chg="add del mod">
          <ac:chgData name="diogo carvalho" userId="3fc03364a2bd823d" providerId="LiveId" clId="{411C5671-B004-4BCF-AB26-A19A5A4955D0}" dt="2025-11-25T01:30:37.240" v="521" actId="478"/>
          <ac:spMkLst>
            <pc:docMk/>
            <pc:sldMk cId="0" sldId="257"/>
            <ac:spMk id="64" creationId="{CA587177-5C1F-0A8D-AB0F-A50F94529D98}"/>
          </ac:spMkLst>
        </pc:spChg>
        <pc:spChg chg="add mod">
          <ac:chgData name="diogo carvalho" userId="3fc03364a2bd823d" providerId="LiveId" clId="{411C5671-B004-4BCF-AB26-A19A5A4955D0}" dt="2025-11-25T01:31:21.195" v="547" actId="20577"/>
          <ac:spMkLst>
            <pc:docMk/>
            <pc:sldMk cId="0" sldId="257"/>
            <ac:spMk id="65" creationId="{6BDE8CD1-3E21-77DE-FF43-C07A7BCAAB8E}"/>
          </ac:spMkLst>
        </pc:spChg>
        <pc:spChg chg="add mod">
          <ac:chgData name="diogo carvalho" userId="3fc03364a2bd823d" providerId="LiveId" clId="{411C5671-B004-4BCF-AB26-A19A5A4955D0}" dt="2025-11-25T01:31:48.396" v="574" actId="20577"/>
          <ac:spMkLst>
            <pc:docMk/>
            <pc:sldMk cId="0" sldId="257"/>
            <ac:spMk id="66" creationId="{A4007DB0-7C32-23A2-210B-AE72FA26C38B}"/>
          </ac:spMkLst>
        </pc:spChg>
        <pc:spChg chg="add mod">
          <ac:chgData name="diogo carvalho" userId="3fc03364a2bd823d" providerId="LiveId" clId="{411C5671-B004-4BCF-AB26-A19A5A4955D0}" dt="2025-11-25T01:32:00.987" v="575"/>
          <ac:spMkLst>
            <pc:docMk/>
            <pc:sldMk cId="0" sldId="257"/>
            <ac:spMk id="67" creationId="{B7EEAA59-C790-6F56-309B-F087098A7670}"/>
          </ac:spMkLst>
        </pc:spChg>
        <pc:spChg chg="add mod">
          <ac:chgData name="diogo carvalho" userId="3fc03364a2bd823d" providerId="LiveId" clId="{411C5671-B004-4BCF-AB26-A19A5A4955D0}" dt="2025-11-25T01:32:13.686" v="576"/>
          <ac:spMkLst>
            <pc:docMk/>
            <pc:sldMk cId="0" sldId="257"/>
            <ac:spMk id="68" creationId="{BBD23942-E19F-DDE7-02BC-B241F34D8432}"/>
          </ac:spMkLst>
        </pc:spChg>
        <pc:spChg chg="add mod">
          <ac:chgData name="diogo carvalho" userId="3fc03364a2bd823d" providerId="LiveId" clId="{411C5671-B004-4BCF-AB26-A19A5A4955D0}" dt="2025-11-25T01:31:11.373" v="544" actId="313"/>
          <ac:spMkLst>
            <pc:docMk/>
            <pc:sldMk cId="0" sldId="257"/>
            <ac:spMk id="69" creationId="{7937F8C1-C9C9-DD4C-DB32-C4E068EA23CD}"/>
          </ac:spMkLst>
        </pc:spChg>
        <pc:spChg chg="add mod">
          <ac:chgData name="diogo carvalho" userId="3fc03364a2bd823d" providerId="LiveId" clId="{411C5671-B004-4BCF-AB26-A19A5A4955D0}" dt="2025-11-25T01:30:51.535" v="524"/>
          <ac:spMkLst>
            <pc:docMk/>
            <pc:sldMk cId="0" sldId="257"/>
            <ac:spMk id="70" creationId="{AED43771-3174-482F-FB12-2643470AE68B}"/>
          </ac:spMkLst>
        </pc:spChg>
        <pc:grpChg chg="mod">
          <ac:chgData name="diogo carvalho" userId="3fc03364a2bd823d" providerId="LiveId" clId="{411C5671-B004-4BCF-AB26-A19A5A4955D0}" dt="2025-11-25T01:29:02.687" v="498" actId="1076"/>
          <ac:grpSpMkLst>
            <pc:docMk/>
            <pc:sldMk cId="0" sldId="257"/>
            <ac:grpSpMk id="3" creationId="{00000000-0000-0000-0000-000000000000}"/>
          </ac:grpSpMkLst>
        </pc:grpChg>
        <pc:grpChg chg="add del mod">
          <ac:chgData name="diogo carvalho" userId="3fc03364a2bd823d" providerId="LiveId" clId="{411C5671-B004-4BCF-AB26-A19A5A4955D0}" dt="2025-11-25T01:18:07.151" v="357" actId="478"/>
          <ac:grpSpMkLst>
            <pc:docMk/>
            <pc:sldMk cId="0" sldId="257"/>
            <ac:grpSpMk id="38" creationId="{D47C1177-BE79-7214-1BCD-0184FE940FCD}"/>
          </ac:grpSpMkLst>
        </pc:grpChg>
        <pc:grpChg chg="mod">
          <ac:chgData name="diogo carvalho" userId="3fc03364a2bd823d" providerId="LiveId" clId="{411C5671-B004-4BCF-AB26-A19A5A4955D0}" dt="2025-11-25T01:26:43.077" v="465" actId="1076"/>
          <ac:grpSpMkLst>
            <pc:docMk/>
            <pc:sldMk cId="0" sldId="257"/>
            <ac:grpSpMk id="39" creationId="{00000000-0000-0000-0000-000000000000}"/>
          </ac:grpSpMkLst>
        </pc:grpChg>
        <pc:grpChg chg="add mod">
          <ac:chgData name="diogo carvalho" userId="3fc03364a2bd823d" providerId="LiveId" clId="{411C5671-B004-4BCF-AB26-A19A5A4955D0}" dt="2025-11-25T01:20:19.237" v="377"/>
          <ac:grpSpMkLst>
            <pc:docMk/>
            <pc:sldMk cId="0" sldId="257"/>
            <ac:grpSpMk id="45" creationId="{3DB992CB-845B-27C7-5730-3F015BD23B1A}"/>
          </ac:grpSpMkLst>
        </pc:grpChg>
        <pc:graphicFrameChg chg="del mod modGraphic">
          <ac:chgData name="diogo carvalho" userId="3fc03364a2bd823d" providerId="LiveId" clId="{411C5671-B004-4BCF-AB26-A19A5A4955D0}" dt="2025-11-25T01:31:29.040" v="550" actId="478"/>
          <ac:graphicFrameMkLst>
            <pc:docMk/>
            <pc:sldMk cId="0" sldId="257"/>
            <ac:graphicFrameMk id="42" creationId="{00000000-0000-0000-0000-000000000000}"/>
          </ac:graphicFrameMkLst>
        </pc:graphicFrameChg>
      </pc:sldChg>
      <pc:sldChg chg="addSp delSp modSp mod">
        <pc:chgData name="diogo carvalho" userId="3fc03364a2bd823d" providerId="LiveId" clId="{411C5671-B004-4BCF-AB26-A19A5A4955D0}" dt="2025-11-25T01:16:24.199" v="295" actId="790"/>
        <pc:sldMkLst>
          <pc:docMk/>
          <pc:sldMk cId="0" sldId="259"/>
        </pc:sldMkLst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59"/>
            <ac:spMk id="2" creationId="{00000000-0000-0000-0000-000000000000}"/>
          </ac:spMkLst>
        </pc:spChg>
        <pc:spChg chg="add del">
          <ac:chgData name="diogo carvalho" userId="3fc03364a2bd823d" providerId="LiveId" clId="{411C5671-B004-4BCF-AB26-A19A5A4955D0}" dt="2025-11-25T01:08:01.423" v="209" actId="22"/>
          <ac:spMkLst>
            <pc:docMk/>
            <pc:sldMk cId="0" sldId="259"/>
            <ac:spMk id="4" creationId="{422C924C-DCB0-E0E9-AEF2-DB3D2C0208FE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59"/>
            <ac:spMk id="6" creationId="{D77E1334-4825-992E-519D-6AC8FC19286D}"/>
          </ac:spMkLst>
        </pc:spChg>
        <pc:spChg chg="add del">
          <ac:chgData name="diogo carvalho" userId="3fc03364a2bd823d" providerId="LiveId" clId="{411C5671-B004-4BCF-AB26-A19A5A4955D0}" dt="2025-11-25T01:08:01.033" v="208" actId="22"/>
          <ac:spMkLst>
            <pc:docMk/>
            <pc:sldMk cId="0" sldId="259"/>
            <ac:spMk id="8" creationId="{0FB2B910-E8D3-3284-BB02-0A41949166D9}"/>
          </ac:spMkLst>
        </pc:spChg>
        <pc:spChg chg="add del">
          <ac:chgData name="diogo carvalho" userId="3fc03364a2bd823d" providerId="LiveId" clId="{411C5671-B004-4BCF-AB26-A19A5A4955D0}" dt="2025-11-25T01:08:00.600" v="207" actId="22"/>
          <ac:spMkLst>
            <pc:docMk/>
            <pc:sldMk cId="0" sldId="259"/>
            <ac:spMk id="10" creationId="{5F682857-1229-98AA-ABAE-52B7F412078B}"/>
          </ac:spMkLst>
        </pc:spChg>
        <pc:graphicFrameChg chg="add del mod modGraphic">
          <ac:chgData name="diogo carvalho" userId="3fc03364a2bd823d" providerId="LiveId" clId="{411C5671-B004-4BCF-AB26-A19A5A4955D0}" dt="2025-11-25T01:16:24.199" v="295" actId="790"/>
          <ac:graphicFrameMkLst>
            <pc:docMk/>
            <pc:sldMk cId="0" sldId="259"/>
            <ac:graphicFrameMk id="5" creationId="{9860CE75-F2E9-A272-26CF-380F0FBDB195}"/>
          </ac:graphicFrameMkLst>
        </pc:graphicFrameChg>
      </pc:sldChg>
      <pc:sldChg chg="modSp mod">
        <pc:chgData name="diogo carvalho" userId="3fc03364a2bd823d" providerId="LiveId" clId="{411C5671-B004-4BCF-AB26-A19A5A4955D0}" dt="2025-11-25T01:16:24.199" v="295" actId="790"/>
        <pc:sldMkLst>
          <pc:docMk/>
          <pc:sldMk cId="0" sldId="260"/>
        </pc:sldMkLst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60"/>
            <ac:spMk id="2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60"/>
            <ac:spMk id="9" creationId="{82B75465-ED39-7CED-C3E7-1DEA2232056F}"/>
          </ac:spMkLst>
        </pc:spChg>
        <pc:graphicFrameChg chg="modGraphic">
          <ac:chgData name="diogo carvalho" userId="3fc03364a2bd823d" providerId="LiveId" clId="{411C5671-B004-4BCF-AB26-A19A5A4955D0}" dt="2025-11-25T01:16:24.199" v="295" actId="790"/>
          <ac:graphicFrameMkLst>
            <pc:docMk/>
            <pc:sldMk cId="0" sldId="260"/>
            <ac:graphicFrameMk id="8" creationId="{062AA8C0-A35C-5615-BA63-70CDE32EE887}"/>
          </ac:graphicFrameMkLst>
        </pc:graphicFrameChg>
      </pc:sldChg>
      <pc:sldChg chg="modSp mod">
        <pc:chgData name="diogo carvalho" userId="3fc03364a2bd823d" providerId="LiveId" clId="{411C5671-B004-4BCF-AB26-A19A5A4955D0}" dt="2025-11-25T01:16:24.199" v="295" actId="790"/>
        <pc:sldMkLst>
          <pc:docMk/>
          <pc:sldMk cId="0" sldId="261"/>
        </pc:sldMkLst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61"/>
            <ac:spMk id="2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61"/>
            <ac:spMk id="7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61"/>
            <ac:spMk id="8" creationId="{64169939-6D3D-2250-8769-81DC9A9AF6BC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61"/>
            <ac:spMk id="14" creationId="{A65E55A2-886B-429F-852A-45A6402DDB98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61"/>
            <ac:spMk id="22" creationId="{68F83AEE-44EB-41EB-8E79-4D5C9040117D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61"/>
            <ac:spMk id="24" creationId="{2C31F9B3-1C72-4450-83BA-8B825D6961E2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61"/>
            <ac:spMk id="26" creationId="{DAA6B357-A355-4674-B4E9-C0378611D3B6}"/>
          </ac:spMkLst>
        </pc:spChg>
      </pc:sldChg>
      <pc:sldChg chg="addSp delSp modSp mod">
        <pc:chgData name="diogo carvalho" userId="3fc03364a2bd823d" providerId="LiveId" clId="{411C5671-B004-4BCF-AB26-A19A5A4955D0}" dt="2025-11-25T01:16:24.199" v="295" actId="790"/>
        <pc:sldMkLst>
          <pc:docMk/>
          <pc:sldMk cId="0" sldId="263"/>
        </pc:sldMkLst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diogo carvalho" userId="3fc03364a2bd823d" providerId="LiveId" clId="{411C5671-B004-4BCF-AB26-A19A5A4955D0}" dt="2025-11-25T00:57:33.925" v="97" actId="478"/>
          <ac:spMkLst>
            <pc:docMk/>
            <pc:sldMk cId="0" sldId="263"/>
            <ac:spMk id="4" creationId="{00000000-0000-0000-0000-000000000000}"/>
          </ac:spMkLst>
        </pc:spChg>
        <pc:spChg chg="del mod">
          <ac:chgData name="diogo carvalho" userId="3fc03364a2bd823d" providerId="LiveId" clId="{411C5671-B004-4BCF-AB26-A19A5A4955D0}" dt="2025-11-25T00:57:33.925" v="97" actId="478"/>
          <ac:spMkLst>
            <pc:docMk/>
            <pc:sldMk cId="0" sldId="263"/>
            <ac:spMk id="5" creationId="{00000000-0000-0000-0000-000000000000}"/>
          </ac:spMkLst>
        </pc:spChg>
        <pc:spChg chg="del">
          <ac:chgData name="diogo carvalho" userId="3fc03364a2bd823d" providerId="LiveId" clId="{411C5671-B004-4BCF-AB26-A19A5A4955D0}" dt="2025-11-25T00:57:33.925" v="97" actId="478"/>
          <ac:spMkLst>
            <pc:docMk/>
            <pc:sldMk cId="0" sldId="263"/>
            <ac:spMk id="6" creationId="{00000000-0000-0000-0000-000000000000}"/>
          </ac:spMkLst>
        </pc:spChg>
        <pc:spChg chg="del mod">
          <ac:chgData name="diogo carvalho" userId="3fc03364a2bd823d" providerId="LiveId" clId="{411C5671-B004-4BCF-AB26-A19A5A4955D0}" dt="2025-11-25T00:57:33.925" v="97" actId="478"/>
          <ac:spMkLst>
            <pc:docMk/>
            <pc:sldMk cId="0" sldId="263"/>
            <ac:spMk id="7" creationId="{00000000-0000-0000-0000-000000000000}"/>
          </ac:spMkLst>
        </pc:spChg>
        <pc:spChg chg="del mod">
          <ac:chgData name="diogo carvalho" userId="3fc03364a2bd823d" providerId="LiveId" clId="{411C5671-B004-4BCF-AB26-A19A5A4955D0}" dt="2025-11-25T00:57:33.925" v="97" actId="478"/>
          <ac:spMkLst>
            <pc:docMk/>
            <pc:sldMk cId="0" sldId="263"/>
            <ac:spMk id="8" creationId="{00000000-0000-0000-0000-000000000000}"/>
          </ac:spMkLst>
        </pc:spChg>
        <pc:spChg chg="del mod">
          <ac:chgData name="diogo carvalho" userId="3fc03364a2bd823d" providerId="LiveId" clId="{411C5671-B004-4BCF-AB26-A19A5A4955D0}" dt="2025-11-25T00:57:33.925" v="97" actId="478"/>
          <ac:spMkLst>
            <pc:docMk/>
            <pc:sldMk cId="0" sldId="263"/>
            <ac:spMk id="9" creationId="{00000000-0000-0000-0000-000000000000}"/>
          </ac:spMkLst>
        </pc:spChg>
        <pc:spChg chg="del mod">
          <ac:chgData name="diogo carvalho" userId="3fc03364a2bd823d" providerId="LiveId" clId="{411C5671-B004-4BCF-AB26-A19A5A4955D0}" dt="2025-11-25T00:57:33.925" v="97" actId="478"/>
          <ac:spMkLst>
            <pc:docMk/>
            <pc:sldMk cId="0" sldId="263"/>
            <ac:spMk id="11" creationId="{00000000-0000-0000-0000-000000000000}"/>
          </ac:spMkLst>
        </pc:spChg>
        <pc:spChg chg="del mod">
          <ac:chgData name="diogo carvalho" userId="3fc03364a2bd823d" providerId="LiveId" clId="{411C5671-B004-4BCF-AB26-A19A5A4955D0}" dt="2025-11-25T00:57:33.925" v="97" actId="478"/>
          <ac:spMkLst>
            <pc:docMk/>
            <pc:sldMk cId="0" sldId="263"/>
            <ac:spMk id="12" creationId="{00000000-0000-0000-0000-000000000000}"/>
          </ac:spMkLst>
        </pc:spChg>
        <pc:spChg chg="del mod">
          <ac:chgData name="diogo carvalho" userId="3fc03364a2bd823d" providerId="LiveId" clId="{411C5671-B004-4BCF-AB26-A19A5A4955D0}" dt="2025-11-25T00:57:33.925" v="97" actId="478"/>
          <ac:spMkLst>
            <pc:docMk/>
            <pc:sldMk cId="0" sldId="263"/>
            <ac:spMk id="13" creationId="{00000000-0000-0000-0000-000000000000}"/>
          </ac:spMkLst>
        </pc:spChg>
        <pc:spChg chg="del mod">
          <ac:chgData name="diogo carvalho" userId="3fc03364a2bd823d" providerId="LiveId" clId="{411C5671-B004-4BCF-AB26-A19A5A4955D0}" dt="2025-11-25T00:57:33.925" v="97" actId="478"/>
          <ac:spMkLst>
            <pc:docMk/>
            <pc:sldMk cId="0" sldId="263"/>
            <ac:spMk id="14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63"/>
            <ac:spMk id="16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63"/>
            <ac:spMk id="17" creationId="{0BBDCA11-2CA6-B07E-4F0A-84AA27011704}"/>
          </ac:spMkLst>
        </pc:spChg>
        <pc:graphicFrameChg chg="add mod modGraphic">
          <ac:chgData name="diogo carvalho" userId="3fc03364a2bd823d" providerId="LiveId" clId="{411C5671-B004-4BCF-AB26-A19A5A4955D0}" dt="2025-11-25T01:16:24.199" v="295" actId="790"/>
          <ac:graphicFrameMkLst>
            <pc:docMk/>
            <pc:sldMk cId="0" sldId="263"/>
            <ac:graphicFrameMk id="3" creationId="{51559402-8D5B-CF2C-9FA5-90C91A18D104}"/>
          </ac:graphicFrameMkLst>
        </pc:graphicFrameChg>
      </pc:sldChg>
      <pc:sldChg chg="addSp delSp modSp mod ord">
        <pc:chgData name="diogo carvalho" userId="3fc03364a2bd823d" providerId="LiveId" clId="{411C5671-B004-4BCF-AB26-A19A5A4955D0}" dt="2025-11-25T01:16:24.199" v="295" actId="790"/>
        <pc:sldMkLst>
          <pc:docMk/>
          <pc:sldMk cId="0" sldId="265"/>
        </pc:sldMkLst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65"/>
            <ac:spMk id="2" creationId="{00000000-0000-0000-0000-000000000000}"/>
          </ac:spMkLst>
        </pc:spChg>
        <pc:spChg chg="mod ord">
          <ac:chgData name="diogo carvalho" userId="3fc03364a2bd823d" providerId="LiveId" clId="{411C5671-B004-4BCF-AB26-A19A5A4955D0}" dt="2025-11-25T01:16:24.199" v="295" actId="790"/>
          <ac:spMkLst>
            <pc:docMk/>
            <pc:sldMk cId="0" sldId="265"/>
            <ac:spMk id="4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65"/>
            <ac:spMk id="6" creationId="{63DEEEB9-A1AC-79FA-79B2-7A3A30675F3A}"/>
          </ac:spMkLst>
        </pc:spChg>
        <pc:spChg chg="add del mod">
          <ac:chgData name="diogo carvalho" userId="3fc03364a2bd823d" providerId="LiveId" clId="{411C5671-B004-4BCF-AB26-A19A5A4955D0}" dt="2025-11-25T01:12:06.326" v="287" actId="26606"/>
          <ac:spMkLst>
            <pc:docMk/>
            <pc:sldMk cId="0" sldId="265"/>
            <ac:spMk id="11" creationId="{3C54F4CE-85F0-46ED-80DA-9518C9251AD1}"/>
          </ac:spMkLst>
        </pc:spChg>
        <pc:spChg chg="add del mod">
          <ac:chgData name="diogo carvalho" userId="3fc03364a2bd823d" providerId="LiveId" clId="{411C5671-B004-4BCF-AB26-A19A5A4955D0}" dt="2025-11-25T01:12:06.326" v="287" actId="26606"/>
          <ac:spMkLst>
            <pc:docMk/>
            <pc:sldMk cId="0" sldId="265"/>
            <ac:spMk id="13" creationId="{DADD1FCA-8ACB-4958-81DD-4CDD6D3E1921}"/>
          </ac:spMkLst>
        </pc:spChg>
        <pc:spChg chg="add mod">
          <ac:chgData name="diogo carvalho" userId="3fc03364a2bd823d" providerId="LiveId" clId="{411C5671-B004-4BCF-AB26-A19A5A4955D0}" dt="2025-11-25T01:16:24.199" v="295" actId="790"/>
          <ac:spMkLst>
            <pc:docMk/>
            <pc:sldMk cId="0" sldId="265"/>
            <ac:spMk id="15" creationId="{0D7B6173-1D58-48E2-83CF-37350F315F75}"/>
          </ac:spMkLst>
        </pc:spChg>
        <pc:spChg chg="add mod">
          <ac:chgData name="diogo carvalho" userId="3fc03364a2bd823d" providerId="LiveId" clId="{411C5671-B004-4BCF-AB26-A19A5A4955D0}" dt="2025-11-25T01:16:24.199" v="295" actId="790"/>
          <ac:spMkLst>
            <pc:docMk/>
            <pc:sldMk cId="0" sldId="265"/>
            <ac:spMk id="16" creationId="{02EBFA83-D4DB-4CA0-B229-9E44634D7FE9}"/>
          </ac:spMkLst>
        </pc:spChg>
        <pc:spChg chg="add del">
          <ac:chgData name="diogo carvalho" userId="3fc03364a2bd823d" providerId="LiveId" clId="{411C5671-B004-4BCF-AB26-A19A5A4955D0}" dt="2025-11-25T01:11:53.706" v="284" actId="26606"/>
          <ac:spMkLst>
            <pc:docMk/>
            <pc:sldMk cId="0" sldId="265"/>
            <ac:spMk id="18" creationId="{7B831B6F-405A-4B47-B9BB-5CA88F285844}"/>
          </ac:spMkLst>
        </pc:spChg>
        <pc:spChg chg="add del">
          <ac:chgData name="diogo carvalho" userId="3fc03364a2bd823d" providerId="LiveId" clId="{411C5671-B004-4BCF-AB26-A19A5A4955D0}" dt="2025-11-25T01:11:53.706" v="284" actId="26606"/>
          <ac:spMkLst>
            <pc:docMk/>
            <pc:sldMk cId="0" sldId="265"/>
            <ac:spMk id="20" creationId="{15109354-9C5D-4F8C-B0E6-D1043C7BF20A}"/>
          </ac:spMkLst>
        </pc:spChg>
        <pc:spChg chg="add del">
          <ac:chgData name="diogo carvalho" userId="3fc03364a2bd823d" providerId="LiveId" clId="{411C5671-B004-4BCF-AB26-A19A5A4955D0}" dt="2025-11-25T01:11:53.706" v="284" actId="26606"/>
          <ac:spMkLst>
            <pc:docMk/>
            <pc:sldMk cId="0" sldId="265"/>
            <ac:spMk id="22" creationId="{49B530FE-A87D-41A0-A920-ADC6539EAA44}"/>
          </ac:spMkLst>
        </pc:spChg>
        <pc:spChg chg="add mod">
          <ac:chgData name="diogo carvalho" userId="3fc03364a2bd823d" providerId="LiveId" clId="{411C5671-B004-4BCF-AB26-A19A5A4955D0}" dt="2025-11-25T01:16:24.199" v="295" actId="790"/>
          <ac:spMkLst>
            <pc:docMk/>
            <pc:sldMk cId="0" sldId="265"/>
            <ac:spMk id="24" creationId="{21BDEC81-16A7-4451-B893-C15000083B77}"/>
          </ac:spMkLst>
        </pc:spChg>
        <pc:spChg chg="add mod">
          <ac:chgData name="diogo carvalho" userId="3fc03364a2bd823d" providerId="LiveId" clId="{411C5671-B004-4BCF-AB26-A19A5A4955D0}" dt="2025-11-25T01:16:24.199" v="295" actId="790"/>
          <ac:spMkLst>
            <pc:docMk/>
            <pc:sldMk cId="0" sldId="265"/>
            <ac:spMk id="26" creationId="{26A515A1-4D80-430E-BE0A-71A290516A82}"/>
          </ac:spMkLst>
        </pc:spChg>
        <pc:picChg chg="mod ord">
          <ac:chgData name="diogo carvalho" userId="3fc03364a2bd823d" providerId="LiveId" clId="{411C5671-B004-4BCF-AB26-A19A5A4955D0}" dt="2025-11-25T01:12:06.326" v="287" actId="26606"/>
          <ac:picMkLst>
            <pc:docMk/>
            <pc:sldMk cId="0" sldId="265"/>
            <ac:picMk id="8" creationId="{D2D3702F-400B-3015-9638-5380AC98336C}"/>
          </ac:picMkLst>
        </pc:picChg>
        <pc:picChg chg="add">
          <ac:chgData name="diogo carvalho" userId="3fc03364a2bd823d" providerId="LiveId" clId="{411C5671-B004-4BCF-AB26-A19A5A4955D0}" dt="2025-11-25T01:12:06.326" v="287" actId="26606"/>
          <ac:picMkLst>
            <pc:docMk/>
            <pc:sldMk cId="0" sldId="265"/>
            <ac:picMk id="17" creationId="{B0DAC8FB-A162-44E3-A606-C855A03A5B09}"/>
          </ac:picMkLst>
        </pc:picChg>
      </pc:sldChg>
      <pc:sldChg chg="modSp mod">
        <pc:chgData name="diogo carvalho" userId="3fc03364a2bd823d" providerId="LiveId" clId="{411C5671-B004-4BCF-AB26-A19A5A4955D0}" dt="2025-11-25T01:16:24.199" v="295" actId="790"/>
        <pc:sldMkLst>
          <pc:docMk/>
          <pc:sldMk cId="0" sldId="271"/>
        </pc:sldMkLst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71"/>
            <ac:spMk id="2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71"/>
            <ac:spMk id="3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71"/>
            <ac:spMk id="4" creationId="{00000000-0000-0000-0000-000000000000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71"/>
            <ac:spMk id="7" creationId="{AA6B1050-3063-4BF7-9E49-1517E546B879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71"/>
            <ac:spMk id="9" creationId="{A3363022-C969-41E9-8EB2-E4C94908C1FA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71"/>
            <ac:spMk id="11" creationId="{8D1AD6B3-BE88-4CEB-BA17-790657CC4729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71"/>
            <ac:spMk id="14" creationId="{9E720206-AA49-4786-A932-A2650DE09183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71"/>
            <ac:spMk id="15" creationId="{C72F6EE6-EDE9-45A5-8F6D-02B9B7CB2C2F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0" sldId="271"/>
            <ac:spMk id="16" creationId="{C093DC50-3BD7-46B1-A300-CD207E152FF4}"/>
          </ac:spMkLst>
        </pc:spChg>
      </pc:sldChg>
      <pc:sldChg chg="addSp delSp modSp mod setBg">
        <pc:chgData name="diogo carvalho" userId="3fc03364a2bd823d" providerId="LiveId" clId="{411C5671-B004-4BCF-AB26-A19A5A4955D0}" dt="2025-11-25T01:16:24.199" v="295" actId="790"/>
        <pc:sldMkLst>
          <pc:docMk/>
          <pc:sldMk cId="3882555850" sldId="272"/>
        </pc:sldMkLst>
        <pc:spChg chg="mod ord">
          <ac:chgData name="diogo carvalho" userId="3fc03364a2bd823d" providerId="LiveId" clId="{411C5671-B004-4BCF-AB26-A19A5A4955D0}" dt="2025-11-25T01:16:24.199" v="295" actId="790"/>
          <ac:spMkLst>
            <pc:docMk/>
            <pc:sldMk cId="3882555850" sldId="272"/>
            <ac:spMk id="2" creationId="{3A4E86C4-B485-DA60-8B07-94279490B854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3882555850" sldId="272"/>
            <ac:spMk id="3" creationId="{F0AACBBF-0C94-3A89-021B-204DD7C9EBB2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3882555850" sldId="272"/>
            <ac:spMk id="6" creationId="{E427DBE2-3EC6-B696-A3A8-78B54D675137}"/>
          </ac:spMkLst>
        </pc:spChg>
        <pc:spChg chg="add del">
          <ac:chgData name="diogo carvalho" userId="3fc03364a2bd823d" providerId="LiveId" clId="{411C5671-B004-4BCF-AB26-A19A5A4955D0}" dt="2025-11-25T01:11:27.748" v="281" actId="26606"/>
          <ac:spMkLst>
            <pc:docMk/>
            <pc:sldMk cId="3882555850" sldId="272"/>
            <ac:spMk id="17" creationId="{7B831B6F-405A-4B47-B9BB-5CA88F285844}"/>
          </ac:spMkLst>
        </pc:spChg>
        <pc:spChg chg="add del">
          <ac:chgData name="diogo carvalho" userId="3fc03364a2bd823d" providerId="LiveId" clId="{411C5671-B004-4BCF-AB26-A19A5A4955D0}" dt="2025-11-25T01:11:27.748" v="281" actId="26606"/>
          <ac:spMkLst>
            <pc:docMk/>
            <pc:sldMk cId="3882555850" sldId="272"/>
            <ac:spMk id="18" creationId="{15109354-9C5D-4F8C-B0E6-D1043C7BF20A}"/>
          </ac:spMkLst>
        </pc:spChg>
        <pc:spChg chg="add del">
          <ac:chgData name="diogo carvalho" userId="3fc03364a2bd823d" providerId="LiveId" clId="{411C5671-B004-4BCF-AB26-A19A5A4955D0}" dt="2025-11-25T01:11:27.748" v="281" actId="26606"/>
          <ac:spMkLst>
            <pc:docMk/>
            <pc:sldMk cId="3882555850" sldId="272"/>
            <ac:spMk id="19" creationId="{49B530FE-A87D-41A0-A920-ADC6539EAA44}"/>
          </ac:spMkLst>
        </pc:spChg>
        <pc:spChg chg="add del">
          <ac:chgData name="diogo carvalho" userId="3fc03364a2bd823d" providerId="LiveId" clId="{411C5671-B004-4BCF-AB26-A19A5A4955D0}" dt="2025-11-25T01:10:36.266" v="235" actId="26606"/>
          <ac:spMkLst>
            <pc:docMk/>
            <pc:sldMk cId="3882555850" sldId="272"/>
            <ac:spMk id="20" creationId="{A9E881A4-A468-403A-9941-F8FFD5C68144}"/>
          </ac:spMkLst>
        </pc:spChg>
        <pc:spChg chg="add mod">
          <ac:chgData name="diogo carvalho" userId="3fc03364a2bd823d" providerId="LiveId" clId="{411C5671-B004-4BCF-AB26-A19A5A4955D0}" dt="2025-11-25T01:16:24.199" v="295" actId="790"/>
          <ac:spMkLst>
            <pc:docMk/>
            <pc:sldMk cId="3882555850" sldId="272"/>
            <ac:spMk id="21" creationId="{85F55C16-BC21-49EF-A4FF-C3155BB93BD3}"/>
          </ac:spMkLst>
        </pc:spChg>
        <pc:spChg chg="add del">
          <ac:chgData name="diogo carvalho" userId="3fc03364a2bd823d" providerId="LiveId" clId="{411C5671-B004-4BCF-AB26-A19A5A4955D0}" dt="2025-11-25T01:10:36.266" v="235" actId="26606"/>
          <ac:spMkLst>
            <pc:docMk/>
            <pc:sldMk cId="3882555850" sldId="272"/>
            <ac:spMk id="22" creationId="{6F168544-607B-491A-8601-3087D0FCE1DD}"/>
          </ac:spMkLst>
        </pc:spChg>
        <pc:spChg chg="add mod">
          <ac:chgData name="diogo carvalho" userId="3fc03364a2bd823d" providerId="LiveId" clId="{411C5671-B004-4BCF-AB26-A19A5A4955D0}" dt="2025-11-25T01:16:24.199" v="295" actId="790"/>
          <ac:spMkLst>
            <pc:docMk/>
            <pc:sldMk cId="3882555850" sldId="272"/>
            <ac:spMk id="23" creationId="{0C5F069E-AFE6-4825-8945-46F2918A5019}"/>
          </ac:spMkLst>
        </pc:spChg>
        <pc:spChg chg="add del">
          <ac:chgData name="diogo carvalho" userId="3fc03364a2bd823d" providerId="LiveId" clId="{411C5671-B004-4BCF-AB26-A19A5A4955D0}" dt="2025-11-25T01:10:40.381" v="237" actId="26606"/>
          <ac:spMkLst>
            <pc:docMk/>
            <pc:sldMk cId="3882555850" sldId="272"/>
            <ac:spMk id="24" creationId="{6437CC72-F4A8-4DC3-AFAB-D22C482C8100}"/>
          </ac:spMkLst>
        </pc:spChg>
        <pc:spChg chg="add del">
          <ac:chgData name="diogo carvalho" userId="3fc03364a2bd823d" providerId="LiveId" clId="{411C5671-B004-4BCF-AB26-A19A5A4955D0}" dt="2025-11-25T01:10:40.381" v="237" actId="26606"/>
          <ac:spMkLst>
            <pc:docMk/>
            <pc:sldMk cId="3882555850" sldId="272"/>
            <ac:spMk id="25" creationId="{3346177D-ADC4-4968-B747-5CFCD390B5B9}"/>
          </ac:spMkLst>
        </pc:spChg>
        <pc:spChg chg="add del">
          <ac:chgData name="diogo carvalho" userId="3fc03364a2bd823d" providerId="LiveId" clId="{411C5671-B004-4BCF-AB26-A19A5A4955D0}" dt="2025-11-25T01:10:40.381" v="237" actId="26606"/>
          <ac:spMkLst>
            <pc:docMk/>
            <pc:sldMk cId="3882555850" sldId="272"/>
            <ac:spMk id="26" creationId="{0844A943-BF79-4FEA-ABB1-3BD54D236606}"/>
          </ac:spMkLst>
        </pc:spChg>
        <pc:spChg chg="add del">
          <ac:chgData name="diogo carvalho" userId="3fc03364a2bd823d" providerId="LiveId" clId="{411C5671-B004-4BCF-AB26-A19A5A4955D0}" dt="2025-11-25T01:11:23.228" v="279" actId="26606"/>
          <ac:spMkLst>
            <pc:docMk/>
            <pc:sldMk cId="3882555850" sldId="272"/>
            <ac:spMk id="28" creationId="{85F55C16-BC21-49EF-A4FF-C3155BB93BD3}"/>
          </ac:spMkLst>
        </pc:spChg>
        <pc:spChg chg="add del">
          <ac:chgData name="diogo carvalho" userId="3fc03364a2bd823d" providerId="LiveId" clId="{411C5671-B004-4BCF-AB26-A19A5A4955D0}" dt="2025-11-25T01:11:23.228" v="279" actId="26606"/>
          <ac:spMkLst>
            <pc:docMk/>
            <pc:sldMk cId="3882555850" sldId="272"/>
            <ac:spMk id="29" creationId="{0C5F069E-AFE6-4825-8945-46F2918A5019}"/>
          </ac:spMkLst>
        </pc:spChg>
        <pc:picChg chg="mod">
          <ac:chgData name="diogo carvalho" userId="3fc03364a2bd823d" providerId="LiveId" clId="{411C5671-B004-4BCF-AB26-A19A5A4955D0}" dt="2025-11-25T01:11:27.768" v="282" actId="26606"/>
          <ac:picMkLst>
            <pc:docMk/>
            <pc:sldMk cId="3882555850" sldId="272"/>
            <ac:picMk id="15" creationId="{2C25F2D0-7953-7F75-598C-E4801C15C41D}"/>
          </ac:picMkLst>
        </pc:picChg>
      </pc:sldChg>
      <pc:sldChg chg="modSp mod ord">
        <pc:chgData name="diogo carvalho" userId="3fc03364a2bd823d" providerId="LiveId" clId="{411C5671-B004-4BCF-AB26-A19A5A4955D0}" dt="2025-11-25T01:16:24.199" v="295" actId="790"/>
        <pc:sldMkLst>
          <pc:docMk/>
          <pc:sldMk cId="2001393880" sldId="273"/>
        </pc:sldMkLst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2001393880" sldId="273"/>
            <ac:spMk id="2" creationId="{ABBDF4A0-36E2-E574-2623-A6B7A7FF026B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2001393880" sldId="273"/>
            <ac:spMk id="3" creationId="{BC77734F-EBFA-6CF1-5D5C-D3A5A421D15B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2001393880" sldId="273"/>
            <ac:spMk id="5" creationId="{69DFECD9-70F2-91FE-2FFB-82F1453BE1A0}"/>
          </ac:spMkLst>
        </pc:spChg>
      </pc:sldChg>
      <pc:sldChg chg="addSp delSp modSp mod ord setBg">
        <pc:chgData name="diogo carvalho" userId="3fc03364a2bd823d" providerId="LiveId" clId="{411C5671-B004-4BCF-AB26-A19A5A4955D0}" dt="2025-11-25T01:16:24.199" v="295" actId="790"/>
        <pc:sldMkLst>
          <pc:docMk/>
          <pc:sldMk cId="2546028022" sldId="274"/>
        </pc:sldMkLst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2546028022" sldId="274"/>
            <ac:spMk id="2" creationId="{180D9CF2-F011-E87B-7056-8ACC1DBD36A5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2546028022" sldId="274"/>
            <ac:spMk id="3" creationId="{48142314-942D-9E0A-BA5D-DD2BBCCD56CA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2546028022" sldId="274"/>
            <ac:spMk id="5" creationId="{767948EE-09A7-A189-5CE9-1894D35C7FD2}"/>
          </ac:spMkLst>
        </pc:spChg>
        <pc:spChg chg="add del">
          <ac:chgData name="diogo carvalho" userId="3fc03364a2bd823d" providerId="LiveId" clId="{411C5671-B004-4BCF-AB26-A19A5A4955D0}" dt="2025-11-25T01:12:42.878" v="289" actId="26606"/>
          <ac:spMkLst>
            <pc:docMk/>
            <pc:sldMk cId="2546028022" sldId="274"/>
            <ac:spMk id="12" creationId="{0D7B6173-1D58-48E2-83CF-37350F315F75}"/>
          </ac:spMkLst>
        </pc:spChg>
        <pc:spChg chg="add del">
          <ac:chgData name="diogo carvalho" userId="3fc03364a2bd823d" providerId="LiveId" clId="{411C5671-B004-4BCF-AB26-A19A5A4955D0}" dt="2025-11-25T01:12:42.878" v="289" actId="26606"/>
          <ac:spMkLst>
            <pc:docMk/>
            <pc:sldMk cId="2546028022" sldId="274"/>
            <ac:spMk id="14" creationId="{02EBFA83-D4DB-4CA0-B229-9E44634D7FE9}"/>
          </ac:spMkLst>
        </pc:spChg>
        <pc:spChg chg="add del">
          <ac:chgData name="diogo carvalho" userId="3fc03364a2bd823d" providerId="LiveId" clId="{411C5671-B004-4BCF-AB26-A19A5A4955D0}" dt="2025-11-25T01:12:42.878" v="289" actId="26606"/>
          <ac:spMkLst>
            <pc:docMk/>
            <pc:sldMk cId="2546028022" sldId="274"/>
            <ac:spMk id="18" creationId="{21BDEC81-16A7-4451-B893-C15000083B77}"/>
          </ac:spMkLst>
        </pc:spChg>
        <pc:spChg chg="add del">
          <ac:chgData name="diogo carvalho" userId="3fc03364a2bd823d" providerId="LiveId" clId="{411C5671-B004-4BCF-AB26-A19A5A4955D0}" dt="2025-11-25T01:12:42.878" v="289" actId="26606"/>
          <ac:spMkLst>
            <pc:docMk/>
            <pc:sldMk cId="2546028022" sldId="274"/>
            <ac:spMk id="20" creationId="{26A515A1-4D80-430E-BE0A-71A290516A82}"/>
          </ac:spMkLst>
        </pc:spChg>
        <pc:picChg chg="mod">
          <ac:chgData name="diogo carvalho" userId="3fc03364a2bd823d" providerId="LiveId" clId="{411C5671-B004-4BCF-AB26-A19A5A4955D0}" dt="2025-11-25T01:12:42.878" v="289" actId="26606"/>
          <ac:picMkLst>
            <pc:docMk/>
            <pc:sldMk cId="2546028022" sldId="274"/>
            <ac:picMk id="7" creationId="{BBEF5626-F861-5D5E-9E68-8CDB1B774F21}"/>
          </ac:picMkLst>
        </pc:picChg>
        <pc:picChg chg="add del">
          <ac:chgData name="diogo carvalho" userId="3fc03364a2bd823d" providerId="LiveId" clId="{411C5671-B004-4BCF-AB26-A19A5A4955D0}" dt="2025-11-25T01:12:42.878" v="289" actId="26606"/>
          <ac:picMkLst>
            <pc:docMk/>
            <pc:sldMk cId="2546028022" sldId="274"/>
            <ac:picMk id="16" creationId="{B0DAC8FB-A162-44E3-A606-C855A03A5B09}"/>
          </ac:picMkLst>
        </pc:picChg>
      </pc:sldChg>
      <pc:sldChg chg="modSp mod">
        <pc:chgData name="diogo carvalho" userId="3fc03364a2bd823d" providerId="LiveId" clId="{411C5671-B004-4BCF-AB26-A19A5A4955D0}" dt="2025-11-25T01:16:24.199" v="295" actId="790"/>
        <pc:sldMkLst>
          <pc:docMk/>
          <pc:sldMk cId="2733005907" sldId="275"/>
        </pc:sldMkLst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2733005907" sldId="275"/>
            <ac:spMk id="2" creationId="{FA236AD3-E703-B559-5881-E1BC4CE0F772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2733005907" sldId="275"/>
            <ac:spMk id="3" creationId="{AFCFEF00-3385-FF71-D4B9-B9E173A80C06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2733005907" sldId="275"/>
            <ac:spMk id="5" creationId="{7C578A37-A61E-3BC4-D9A3-F8E60E1876FA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2733005907" sldId="275"/>
            <ac:spMk id="8" creationId="{87BF42CA-AD55-48B4-8949-C4DCA60A6AEE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2733005907" sldId="275"/>
            <ac:spMk id="10" creationId="{66AE1D3D-3106-4CB2-AA7C-0C1642AC0F2E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2733005907" sldId="275"/>
            <ac:spMk id="13" creationId="{CA818331-E13C-49C6-B98D-A60AD0E85AE0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2733005907" sldId="275"/>
            <ac:spMk id="14" creationId="{67C4629D-4AB7-48D4-A61B-1AE1837A78EA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2733005907" sldId="275"/>
            <ac:spMk id="15" creationId="{D1E30050-9FC4-4CC7-8C0B-BF5EFD10648A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2733005907" sldId="275"/>
            <ac:spMk id="16" creationId="{E7E03733-50FD-49A6-B226-40F6A0AD4542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2733005907" sldId="275"/>
            <ac:spMk id="17" creationId="{8A614510-A9F4-41B6-B78E-F49E390C7E4E}"/>
          </ac:spMkLst>
        </pc:spChg>
      </pc:sldChg>
      <pc:sldChg chg="modSp mod">
        <pc:chgData name="diogo carvalho" userId="3fc03364a2bd823d" providerId="LiveId" clId="{411C5671-B004-4BCF-AB26-A19A5A4955D0}" dt="2025-11-25T01:16:24.199" v="295" actId="790"/>
        <pc:sldMkLst>
          <pc:docMk/>
          <pc:sldMk cId="1712596528" sldId="276"/>
        </pc:sldMkLst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1712596528" sldId="276"/>
            <ac:spMk id="2" creationId="{A1CEFC7A-4842-A8EC-BA2D-4C01110FA458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1712596528" sldId="276"/>
            <ac:spMk id="4" creationId="{B1F6D236-3443-AF79-C90B-B0254E68DFFF}"/>
          </ac:spMkLst>
        </pc:spChg>
        <pc:graphicFrameChg chg="modGraphic">
          <ac:chgData name="diogo carvalho" userId="3fc03364a2bd823d" providerId="LiveId" clId="{411C5671-B004-4BCF-AB26-A19A5A4955D0}" dt="2025-11-25T01:16:24.199" v="295" actId="790"/>
          <ac:graphicFrameMkLst>
            <pc:docMk/>
            <pc:sldMk cId="1712596528" sldId="276"/>
            <ac:graphicFrameMk id="5" creationId="{832FD3C4-1D7D-46C4-D993-5545C308CE31}"/>
          </ac:graphicFrameMkLst>
        </pc:graphicFrameChg>
      </pc:sldChg>
      <pc:sldChg chg="modSp mod ord">
        <pc:chgData name="diogo carvalho" userId="3fc03364a2bd823d" providerId="LiveId" clId="{411C5671-B004-4BCF-AB26-A19A5A4955D0}" dt="2025-11-25T01:17:33.334" v="347" actId="313"/>
        <pc:sldMkLst>
          <pc:docMk/>
          <pc:sldMk cId="143227620" sldId="277"/>
        </pc:sldMkLst>
        <pc:spChg chg="mod">
          <ac:chgData name="diogo carvalho" userId="3fc03364a2bd823d" providerId="LiveId" clId="{411C5671-B004-4BCF-AB26-A19A5A4955D0}" dt="2025-11-25T01:17:33.334" v="347" actId="313"/>
          <ac:spMkLst>
            <pc:docMk/>
            <pc:sldMk cId="143227620" sldId="277"/>
            <ac:spMk id="2" creationId="{DBB3F43E-4CE2-3044-585E-4B8AB0CB1A39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143227620" sldId="277"/>
            <ac:spMk id="3" creationId="{B9AFECAC-1899-B87F-2ECD-814CD26ECD0A}"/>
          </ac:spMkLst>
        </pc:spChg>
        <pc:graphicFrameChg chg="mod modGraphic">
          <ac:chgData name="diogo carvalho" userId="3fc03364a2bd823d" providerId="LiveId" clId="{411C5671-B004-4BCF-AB26-A19A5A4955D0}" dt="2025-11-25T01:17:27.202" v="346" actId="20577"/>
          <ac:graphicFrameMkLst>
            <pc:docMk/>
            <pc:sldMk cId="143227620" sldId="277"/>
            <ac:graphicFrameMk id="5" creationId="{2E07AAA0-432E-3BB7-A6D3-557C101B9B57}"/>
          </ac:graphicFrameMkLst>
        </pc:graphicFrameChg>
      </pc:sldChg>
      <pc:sldChg chg="modSp mod">
        <pc:chgData name="diogo carvalho" userId="3fc03364a2bd823d" providerId="LiveId" clId="{411C5671-B004-4BCF-AB26-A19A5A4955D0}" dt="2025-11-25T01:16:24.199" v="295" actId="790"/>
        <pc:sldMkLst>
          <pc:docMk/>
          <pc:sldMk cId="3152777747" sldId="278"/>
        </pc:sldMkLst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3152777747" sldId="278"/>
            <ac:spMk id="2" creationId="{F21F6C0B-E3F7-AFC5-765B-38D9596C4E94}"/>
          </ac:spMkLst>
        </pc:spChg>
        <pc:spChg chg="mod">
          <ac:chgData name="diogo carvalho" userId="3fc03364a2bd823d" providerId="LiveId" clId="{411C5671-B004-4BCF-AB26-A19A5A4955D0}" dt="2025-11-25T01:16:24.199" v="295" actId="790"/>
          <ac:spMkLst>
            <pc:docMk/>
            <pc:sldMk cId="3152777747" sldId="278"/>
            <ac:spMk id="3" creationId="{CDEA93DA-C33B-88B0-85A7-3CEB24ED83D3}"/>
          </ac:spMkLst>
        </pc:spChg>
        <pc:graphicFrameChg chg="modGraphic">
          <ac:chgData name="diogo carvalho" userId="3fc03364a2bd823d" providerId="LiveId" clId="{411C5671-B004-4BCF-AB26-A19A5A4955D0}" dt="2025-11-25T01:16:24.199" v="295" actId="790"/>
          <ac:graphicFrameMkLst>
            <pc:docMk/>
            <pc:sldMk cId="3152777747" sldId="278"/>
            <ac:graphicFrameMk id="7" creationId="{C9DF2ED5-8D9C-7D5F-04D3-971242CFB418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99252E-7A6A-40A9-9341-669FE5C4659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333CC0-8F32-4085-B2F5-C411B524B574}">
      <dgm:prSet/>
      <dgm:spPr/>
      <dgm:t>
        <a:bodyPr/>
        <a:lstStyle/>
        <a:p>
          <a:r>
            <a:rPr lang="pt-PT" noProof="0" dirty="0"/>
            <a:t>Em média 40% dos estudantes em Portugal relatam dificuldades em encontrar alojamento.</a:t>
          </a:r>
        </a:p>
      </dgm:t>
    </dgm:pt>
    <dgm:pt modelId="{7F1C2AE5-093C-4827-A421-1F403D4A65A3}" type="parTrans" cxnId="{C5A37EC0-593D-4CBD-AEAC-0686DF63D653}">
      <dgm:prSet/>
      <dgm:spPr/>
      <dgm:t>
        <a:bodyPr/>
        <a:lstStyle/>
        <a:p>
          <a:endParaRPr lang="en-US"/>
        </a:p>
      </dgm:t>
    </dgm:pt>
    <dgm:pt modelId="{DE059BC9-551B-4841-89FB-84B5ACDD4A18}" type="sibTrans" cxnId="{C5A37EC0-593D-4CBD-AEAC-0686DF63D653}">
      <dgm:prSet/>
      <dgm:spPr/>
      <dgm:t>
        <a:bodyPr/>
        <a:lstStyle/>
        <a:p>
          <a:endParaRPr lang="en-US"/>
        </a:p>
      </dgm:t>
    </dgm:pt>
    <dgm:pt modelId="{FB9F466E-DC13-490A-BA17-CC0CD12C474B}">
      <dgm:prSet/>
      <dgm:spPr/>
      <dgm:t>
        <a:bodyPr/>
        <a:lstStyle/>
        <a:p>
          <a:r>
            <a:rPr lang="pt-PT" noProof="0" dirty="0"/>
            <a:t>É um problema grande, que precisa de uma solução feita especificamente para estudantes.</a:t>
          </a:r>
        </a:p>
      </dgm:t>
    </dgm:pt>
    <dgm:pt modelId="{14158C81-B8B0-4DAC-8D2A-621DE97358C1}" type="parTrans" cxnId="{F611E128-ED8C-47FB-8D0D-C5475105DB62}">
      <dgm:prSet/>
      <dgm:spPr/>
      <dgm:t>
        <a:bodyPr/>
        <a:lstStyle/>
        <a:p>
          <a:endParaRPr lang="en-US"/>
        </a:p>
      </dgm:t>
    </dgm:pt>
    <dgm:pt modelId="{54381D64-B5CA-4B8E-8229-3FA7DD1BED62}" type="sibTrans" cxnId="{F611E128-ED8C-47FB-8D0D-C5475105DB62}">
      <dgm:prSet/>
      <dgm:spPr/>
      <dgm:t>
        <a:bodyPr/>
        <a:lstStyle/>
        <a:p>
          <a:endParaRPr lang="en-US"/>
        </a:p>
      </dgm:t>
    </dgm:pt>
    <dgm:pt modelId="{B530D298-652F-4EC4-AA40-6501E0496F6B}">
      <dgm:prSet/>
      <dgm:spPr/>
      <dgm:t>
        <a:bodyPr/>
        <a:lstStyle/>
        <a:p>
          <a:r>
            <a:rPr lang="pt-PT" noProof="0" dirty="0"/>
            <a:t>Estudantes universitários em Portugal enfrentam enormes dificuldades para encontrar alojamento acessível, seguro e perto da universidade.</a:t>
          </a:r>
        </a:p>
      </dgm:t>
    </dgm:pt>
    <dgm:pt modelId="{E76B559B-E37D-4848-8864-5ADE14169267}" type="sibTrans" cxnId="{F249031F-25D1-428B-A00E-112A004289CB}">
      <dgm:prSet/>
      <dgm:spPr/>
      <dgm:t>
        <a:bodyPr/>
        <a:lstStyle/>
        <a:p>
          <a:endParaRPr lang="en-US"/>
        </a:p>
      </dgm:t>
    </dgm:pt>
    <dgm:pt modelId="{CF950855-5143-47C1-8BDC-A3747F07AB7A}" type="parTrans" cxnId="{F249031F-25D1-428B-A00E-112A004289CB}">
      <dgm:prSet/>
      <dgm:spPr/>
      <dgm:t>
        <a:bodyPr/>
        <a:lstStyle/>
        <a:p>
          <a:endParaRPr lang="en-US"/>
        </a:p>
      </dgm:t>
    </dgm:pt>
    <dgm:pt modelId="{E70C88CC-6BCE-4985-B208-8C3D1D4F7BCA}" type="pres">
      <dgm:prSet presAssocID="{1299252E-7A6A-40A9-9341-669FE5C4659C}" presName="vert0" presStyleCnt="0">
        <dgm:presLayoutVars>
          <dgm:dir/>
          <dgm:animOne val="branch"/>
          <dgm:animLvl val="lvl"/>
        </dgm:presLayoutVars>
      </dgm:prSet>
      <dgm:spPr/>
    </dgm:pt>
    <dgm:pt modelId="{B1CB4EFD-5E35-4C13-B00E-B569624332BC}" type="pres">
      <dgm:prSet presAssocID="{B530D298-652F-4EC4-AA40-6501E0496F6B}" presName="thickLine" presStyleLbl="alignNode1" presStyleIdx="0" presStyleCnt="3"/>
      <dgm:spPr/>
    </dgm:pt>
    <dgm:pt modelId="{C459EFBC-0DFC-412C-A11B-1B0AAFE7502B}" type="pres">
      <dgm:prSet presAssocID="{B530D298-652F-4EC4-AA40-6501E0496F6B}" presName="horz1" presStyleCnt="0"/>
      <dgm:spPr/>
    </dgm:pt>
    <dgm:pt modelId="{E5E35416-9A41-40B3-BF3C-62CDAABB6118}" type="pres">
      <dgm:prSet presAssocID="{B530D298-652F-4EC4-AA40-6501E0496F6B}" presName="tx1" presStyleLbl="revTx" presStyleIdx="0" presStyleCnt="3"/>
      <dgm:spPr/>
    </dgm:pt>
    <dgm:pt modelId="{3FB28705-7F1A-4BCF-A2D6-0667F0D86F8A}" type="pres">
      <dgm:prSet presAssocID="{B530D298-652F-4EC4-AA40-6501E0496F6B}" presName="vert1" presStyleCnt="0"/>
      <dgm:spPr/>
    </dgm:pt>
    <dgm:pt modelId="{3AE20D63-220D-472F-A702-C6FA89C90B0B}" type="pres">
      <dgm:prSet presAssocID="{8F333CC0-8F32-4085-B2F5-C411B524B574}" presName="thickLine" presStyleLbl="alignNode1" presStyleIdx="1" presStyleCnt="3"/>
      <dgm:spPr/>
    </dgm:pt>
    <dgm:pt modelId="{BE980DE8-8338-414E-B51D-0E916B609966}" type="pres">
      <dgm:prSet presAssocID="{8F333CC0-8F32-4085-B2F5-C411B524B574}" presName="horz1" presStyleCnt="0"/>
      <dgm:spPr/>
    </dgm:pt>
    <dgm:pt modelId="{3F0CC2EA-28DF-4CC8-B98D-4640C0A463AF}" type="pres">
      <dgm:prSet presAssocID="{8F333CC0-8F32-4085-B2F5-C411B524B574}" presName="tx1" presStyleLbl="revTx" presStyleIdx="1" presStyleCnt="3"/>
      <dgm:spPr/>
    </dgm:pt>
    <dgm:pt modelId="{1AEEEF85-A793-405E-A943-E991E2BEEC18}" type="pres">
      <dgm:prSet presAssocID="{8F333CC0-8F32-4085-B2F5-C411B524B574}" presName="vert1" presStyleCnt="0"/>
      <dgm:spPr/>
    </dgm:pt>
    <dgm:pt modelId="{5CECC98F-3A4A-4F5B-A38D-489680DCCD11}" type="pres">
      <dgm:prSet presAssocID="{FB9F466E-DC13-490A-BA17-CC0CD12C474B}" presName="thickLine" presStyleLbl="alignNode1" presStyleIdx="2" presStyleCnt="3"/>
      <dgm:spPr/>
    </dgm:pt>
    <dgm:pt modelId="{A1170C9A-C16C-49F1-867A-19357165A7BA}" type="pres">
      <dgm:prSet presAssocID="{FB9F466E-DC13-490A-BA17-CC0CD12C474B}" presName="horz1" presStyleCnt="0"/>
      <dgm:spPr/>
    </dgm:pt>
    <dgm:pt modelId="{0C6F1EC2-16C7-422C-96C7-F702394C3715}" type="pres">
      <dgm:prSet presAssocID="{FB9F466E-DC13-490A-BA17-CC0CD12C474B}" presName="tx1" presStyleLbl="revTx" presStyleIdx="2" presStyleCnt="3"/>
      <dgm:spPr/>
    </dgm:pt>
    <dgm:pt modelId="{27D14540-A138-4351-A5D9-4254E6B6D039}" type="pres">
      <dgm:prSet presAssocID="{FB9F466E-DC13-490A-BA17-CC0CD12C474B}" presName="vert1" presStyleCnt="0"/>
      <dgm:spPr/>
    </dgm:pt>
  </dgm:ptLst>
  <dgm:cxnLst>
    <dgm:cxn modelId="{F249031F-25D1-428B-A00E-112A004289CB}" srcId="{1299252E-7A6A-40A9-9341-669FE5C4659C}" destId="{B530D298-652F-4EC4-AA40-6501E0496F6B}" srcOrd="0" destOrd="0" parTransId="{CF950855-5143-47C1-8BDC-A3747F07AB7A}" sibTransId="{E76B559B-E37D-4848-8864-5ADE14169267}"/>
    <dgm:cxn modelId="{960FBB22-4A5D-4443-A697-968A1DDE935A}" type="presOf" srcId="{1299252E-7A6A-40A9-9341-669FE5C4659C}" destId="{E70C88CC-6BCE-4985-B208-8C3D1D4F7BCA}" srcOrd="0" destOrd="0" presId="urn:microsoft.com/office/officeart/2008/layout/LinedList"/>
    <dgm:cxn modelId="{F611E128-ED8C-47FB-8D0D-C5475105DB62}" srcId="{1299252E-7A6A-40A9-9341-669FE5C4659C}" destId="{FB9F466E-DC13-490A-BA17-CC0CD12C474B}" srcOrd="2" destOrd="0" parTransId="{14158C81-B8B0-4DAC-8D2A-621DE97358C1}" sibTransId="{54381D64-B5CA-4B8E-8229-3FA7DD1BED62}"/>
    <dgm:cxn modelId="{3F2FF163-A5EE-4ACC-BEA7-BD932A84B4F0}" type="presOf" srcId="{B530D298-652F-4EC4-AA40-6501E0496F6B}" destId="{E5E35416-9A41-40B3-BF3C-62CDAABB6118}" srcOrd="0" destOrd="0" presId="urn:microsoft.com/office/officeart/2008/layout/LinedList"/>
    <dgm:cxn modelId="{7009099A-5DCF-405D-81C7-E83030422A2C}" type="presOf" srcId="{FB9F466E-DC13-490A-BA17-CC0CD12C474B}" destId="{0C6F1EC2-16C7-422C-96C7-F702394C3715}" srcOrd="0" destOrd="0" presId="urn:microsoft.com/office/officeart/2008/layout/LinedList"/>
    <dgm:cxn modelId="{CFDD4CAF-12EB-456F-9B6D-1FC9B20B3712}" type="presOf" srcId="{8F333CC0-8F32-4085-B2F5-C411B524B574}" destId="{3F0CC2EA-28DF-4CC8-B98D-4640C0A463AF}" srcOrd="0" destOrd="0" presId="urn:microsoft.com/office/officeart/2008/layout/LinedList"/>
    <dgm:cxn modelId="{C5A37EC0-593D-4CBD-AEAC-0686DF63D653}" srcId="{1299252E-7A6A-40A9-9341-669FE5C4659C}" destId="{8F333CC0-8F32-4085-B2F5-C411B524B574}" srcOrd="1" destOrd="0" parTransId="{7F1C2AE5-093C-4827-A421-1F403D4A65A3}" sibTransId="{DE059BC9-551B-4841-89FB-84B5ACDD4A18}"/>
    <dgm:cxn modelId="{321FBBBF-8F73-4FD2-91AB-BB398EAC8B93}" type="presParOf" srcId="{E70C88CC-6BCE-4985-B208-8C3D1D4F7BCA}" destId="{B1CB4EFD-5E35-4C13-B00E-B569624332BC}" srcOrd="0" destOrd="0" presId="urn:microsoft.com/office/officeart/2008/layout/LinedList"/>
    <dgm:cxn modelId="{8CDE0881-47B7-4152-B9FD-B42D9096E5E3}" type="presParOf" srcId="{E70C88CC-6BCE-4985-B208-8C3D1D4F7BCA}" destId="{C459EFBC-0DFC-412C-A11B-1B0AAFE7502B}" srcOrd="1" destOrd="0" presId="urn:microsoft.com/office/officeart/2008/layout/LinedList"/>
    <dgm:cxn modelId="{34A2CBD5-99E0-45A4-AA86-2F9AC695C8B8}" type="presParOf" srcId="{C459EFBC-0DFC-412C-A11B-1B0AAFE7502B}" destId="{E5E35416-9A41-40B3-BF3C-62CDAABB6118}" srcOrd="0" destOrd="0" presId="urn:microsoft.com/office/officeart/2008/layout/LinedList"/>
    <dgm:cxn modelId="{680B05B3-30E0-43FF-86CF-984A3CD8B17C}" type="presParOf" srcId="{C459EFBC-0DFC-412C-A11B-1B0AAFE7502B}" destId="{3FB28705-7F1A-4BCF-A2D6-0667F0D86F8A}" srcOrd="1" destOrd="0" presId="urn:microsoft.com/office/officeart/2008/layout/LinedList"/>
    <dgm:cxn modelId="{0B3CC0D3-33ED-47A9-A5AB-B7446F354715}" type="presParOf" srcId="{E70C88CC-6BCE-4985-B208-8C3D1D4F7BCA}" destId="{3AE20D63-220D-472F-A702-C6FA89C90B0B}" srcOrd="2" destOrd="0" presId="urn:microsoft.com/office/officeart/2008/layout/LinedList"/>
    <dgm:cxn modelId="{1355B01C-FB54-4529-B6D3-3B75600733C0}" type="presParOf" srcId="{E70C88CC-6BCE-4985-B208-8C3D1D4F7BCA}" destId="{BE980DE8-8338-414E-B51D-0E916B609966}" srcOrd="3" destOrd="0" presId="urn:microsoft.com/office/officeart/2008/layout/LinedList"/>
    <dgm:cxn modelId="{355FD87B-C7F3-4469-BEA4-BF138DBE5365}" type="presParOf" srcId="{BE980DE8-8338-414E-B51D-0E916B609966}" destId="{3F0CC2EA-28DF-4CC8-B98D-4640C0A463AF}" srcOrd="0" destOrd="0" presId="urn:microsoft.com/office/officeart/2008/layout/LinedList"/>
    <dgm:cxn modelId="{CE7702B9-4435-4063-B8B9-06E5DCC38C72}" type="presParOf" srcId="{BE980DE8-8338-414E-B51D-0E916B609966}" destId="{1AEEEF85-A793-405E-A943-E991E2BEEC18}" srcOrd="1" destOrd="0" presId="urn:microsoft.com/office/officeart/2008/layout/LinedList"/>
    <dgm:cxn modelId="{52B7EB6C-806B-46DF-B8F6-33E57357330B}" type="presParOf" srcId="{E70C88CC-6BCE-4985-B208-8C3D1D4F7BCA}" destId="{5CECC98F-3A4A-4F5B-A38D-489680DCCD11}" srcOrd="4" destOrd="0" presId="urn:microsoft.com/office/officeart/2008/layout/LinedList"/>
    <dgm:cxn modelId="{F7B8782E-E176-4A14-87BE-99DFA06A3675}" type="presParOf" srcId="{E70C88CC-6BCE-4985-B208-8C3D1D4F7BCA}" destId="{A1170C9A-C16C-49F1-867A-19357165A7BA}" srcOrd="5" destOrd="0" presId="urn:microsoft.com/office/officeart/2008/layout/LinedList"/>
    <dgm:cxn modelId="{840737A0-0197-46CD-B62A-847B53C6A6D1}" type="presParOf" srcId="{A1170C9A-C16C-49F1-867A-19357165A7BA}" destId="{0C6F1EC2-16C7-422C-96C7-F702394C3715}" srcOrd="0" destOrd="0" presId="urn:microsoft.com/office/officeart/2008/layout/LinedList"/>
    <dgm:cxn modelId="{F190B8DC-38CB-456F-AB9B-D455C0438999}" type="presParOf" srcId="{A1170C9A-C16C-49F1-867A-19357165A7BA}" destId="{27D14540-A138-4351-A5D9-4254E6B6D03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2AE662-EA5E-4ABD-916E-CF50C16C8F1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7FEC1DB-A711-4440-8A8F-1BD2F0EB8A0B}">
      <dgm:prSet/>
      <dgm:spPr/>
      <dgm:t>
        <a:bodyPr/>
        <a:lstStyle/>
        <a:p>
          <a:r>
            <a:rPr lang="pt-PT" noProof="0" dirty="0"/>
            <a:t>Dificuldade em encontrar alojamento.</a:t>
          </a:r>
        </a:p>
      </dgm:t>
    </dgm:pt>
    <dgm:pt modelId="{0F7C7D43-DCF9-47D4-928E-7D4E1758F5B3}" type="parTrans" cxnId="{7D3A70BA-D5BB-4F32-9B93-63FD6D1F2114}">
      <dgm:prSet/>
      <dgm:spPr/>
      <dgm:t>
        <a:bodyPr/>
        <a:lstStyle/>
        <a:p>
          <a:endParaRPr lang="en-US"/>
        </a:p>
      </dgm:t>
    </dgm:pt>
    <dgm:pt modelId="{958D2D74-C94D-4C8B-BC46-2F9883E0A64B}" type="sibTrans" cxnId="{7D3A70BA-D5BB-4F32-9B93-63FD6D1F2114}">
      <dgm:prSet/>
      <dgm:spPr/>
      <dgm:t>
        <a:bodyPr/>
        <a:lstStyle/>
        <a:p>
          <a:endParaRPr lang="en-US"/>
        </a:p>
      </dgm:t>
    </dgm:pt>
    <dgm:pt modelId="{C939A8B4-3022-4BDE-992E-991F5883A976}">
      <dgm:prSet/>
      <dgm:spPr/>
      <dgm:t>
        <a:bodyPr/>
        <a:lstStyle/>
        <a:p>
          <a:r>
            <a:rPr lang="pt-PT" noProof="0" dirty="0"/>
            <a:t>As plataformas atuais não são totalmente direcionadas a estudantes.</a:t>
          </a:r>
        </a:p>
      </dgm:t>
    </dgm:pt>
    <dgm:pt modelId="{6BDE70D4-AE0B-4A0E-8006-07CA0C8F105C}" type="parTrans" cxnId="{F3432BF7-3023-4EDF-9467-E7902C6B12F2}">
      <dgm:prSet/>
      <dgm:spPr/>
      <dgm:t>
        <a:bodyPr/>
        <a:lstStyle/>
        <a:p>
          <a:endParaRPr lang="en-US"/>
        </a:p>
      </dgm:t>
    </dgm:pt>
    <dgm:pt modelId="{7623A4E5-381C-4EB9-8DFC-603A7E173E6A}" type="sibTrans" cxnId="{F3432BF7-3023-4EDF-9467-E7902C6B12F2}">
      <dgm:prSet/>
      <dgm:spPr/>
      <dgm:t>
        <a:bodyPr/>
        <a:lstStyle/>
        <a:p>
          <a:endParaRPr lang="en-US"/>
        </a:p>
      </dgm:t>
    </dgm:pt>
    <dgm:pt modelId="{396AC665-834B-4EE8-A379-2CF6B93D4C22}">
      <dgm:prSet/>
      <dgm:spPr/>
      <dgm:t>
        <a:bodyPr/>
        <a:lstStyle/>
        <a:p>
          <a:r>
            <a:rPr lang="pt-PT" noProof="0" dirty="0"/>
            <a:t>Processo pouco seguro e sujeito a burlas.</a:t>
          </a:r>
        </a:p>
      </dgm:t>
    </dgm:pt>
    <dgm:pt modelId="{2A514D94-5476-41BB-8175-1DCB60653F5A}" type="parTrans" cxnId="{0C3A8E6C-CD7C-4165-9357-684E950F3B0E}">
      <dgm:prSet/>
      <dgm:spPr/>
      <dgm:t>
        <a:bodyPr/>
        <a:lstStyle/>
        <a:p>
          <a:endParaRPr lang="en-US"/>
        </a:p>
      </dgm:t>
    </dgm:pt>
    <dgm:pt modelId="{D046D860-066A-4734-80B7-EDCF849BA9E3}" type="sibTrans" cxnId="{0C3A8E6C-CD7C-4165-9357-684E950F3B0E}">
      <dgm:prSet/>
      <dgm:spPr/>
      <dgm:t>
        <a:bodyPr/>
        <a:lstStyle/>
        <a:p>
          <a:endParaRPr lang="en-US"/>
        </a:p>
      </dgm:t>
    </dgm:pt>
    <dgm:pt modelId="{CD768170-C946-4C98-9581-06188B040840}" type="pres">
      <dgm:prSet presAssocID="{7D2AE662-EA5E-4ABD-916E-CF50C16C8F1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B501F91-3325-487E-9035-D8D64B879753}" type="pres">
      <dgm:prSet presAssocID="{87FEC1DB-A711-4440-8A8F-1BD2F0EB8A0B}" presName="hierRoot1" presStyleCnt="0"/>
      <dgm:spPr/>
    </dgm:pt>
    <dgm:pt modelId="{3E9CBD9C-C3BB-4BCE-AAD9-8663971D9861}" type="pres">
      <dgm:prSet presAssocID="{87FEC1DB-A711-4440-8A8F-1BD2F0EB8A0B}" presName="composite" presStyleCnt="0"/>
      <dgm:spPr/>
    </dgm:pt>
    <dgm:pt modelId="{D35543F8-3D2D-46AD-A15E-73C20391BF61}" type="pres">
      <dgm:prSet presAssocID="{87FEC1DB-A711-4440-8A8F-1BD2F0EB8A0B}" presName="background" presStyleLbl="node0" presStyleIdx="0" presStyleCnt="3"/>
      <dgm:spPr/>
    </dgm:pt>
    <dgm:pt modelId="{FB514886-0A73-479B-BCF6-CCB7CDD16A89}" type="pres">
      <dgm:prSet presAssocID="{87FEC1DB-A711-4440-8A8F-1BD2F0EB8A0B}" presName="text" presStyleLbl="fgAcc0" presStyleIdx="0" presStyleCnt="3">
        <dgm:presLayoutVars>
          <dgm:chPref val="3"/>
        </dgm:presLayoutVars>
      </dgm:prSet>
      <dgm:spPr/>
    </dgm:pt>
    <dgm:pt modelId="{BE0D576A-B2A7-4581-85F1-50416D3454A1}" type="pres">
      <dgm:prSet presAssocID="{87FEC1DB-A711-4440-8A8F-1BD2F0EB8A0B}" presName="hierChild2" presStyleCnt="0"/>
      <dgm:spPr/>
    </dgm:pt>
    <dgm:pt modelId="{B4C8E034-3579-4952-A786-9002AEE0D066}" type="pres">
      <dgm:prSet presAssocID="{C939A8B4-3022-4BDE-992E-991F5883A976}" presName="hierRoot1" presStyleCnt="0"/>
      <dgm:spPr/>
    </dgm:pt>
    <dgm:pt modelId="{F8E313F0-4618-434C-B117-06F30C95A51E}" type="pres">
      <dgm:prSet presAssocID="{C939A8B4-3022-4BDE-992E-991F5883A976}" presName="composite" presStyleCnt="0"/>
      <dgm:spPr/>
    </dgm:pt>
    <dgm:pt modelId="{8D46E643-D55C-4F18-8F09-143071D42416}" type="pres">
      <dgm:prSet presAssocID="{C939A8B4-3022-4BDE-992E-991F5883A976}" presName="background" presStyleLbl="node0" presStyleIdx="1" presStyleCnt="3"/>
      <dgm:spPr/>
    </dgm:pt>
    <dgm:pt modelId="{EB3C9F1B-F40A-4EE4-BB63-4C9DEDAD99D5}" type="pres">
      <dgm:prSet presAssocID="{C939A8B4-3022-4BDE-992E-991F5883A976}" presName="text" presStyleLbl="fgAcc0" presStyleIdx="1" presStyleCnt="3">
        <dgm:presLayoutVars>
          <dgm:chPref val="3"/>
        </dgm:presLayoutVars>
      </dgm:prSet>
      <dgm:spPr/>
    </dgm:pt>
    <dgm:pt modelId="{290E44DC-9712-4E74-9996-8EA1E3D272D7}" type="pres">
      <dgm:prSet presAssocID="{C939A8B4-3022-4BDE-992E-991F5883A976}" presName="hierChild2" presStyleCnt="0"/>
      <dgm:spPr/>
    </dgm:pt>
    <dgm:pt modelId="{FE838F9D-6A78-43B0-A2D8-406A4D533BF0}" type="pres">
      <dgm:prSet presAssocID="{396AC665-834B-4EE8-A379-2CF6B93D4C22}" presName="hierRoot1" presStyleCnt="0"/>
      <dgm:spPr/>
    </dgm:pt>
    <dgm:pt modelId="{5466F9BB-E326-4504-91B3-74225CF34F65}" type="pres">
      <dgm:prSet presAssocID="{396AC665-834B-4EE8-A379-2CF6B93D4C22}" presName="composite" presStyleCnt="0"/>
      <dgm:spPr/>
    </dgm:pt>
    <dgm:pt modelId="{8EE4F1F9-CB5A-4266-A7B4-BE7D5677092F}" type="pres">
      <dgm:prSet presAssocID="{396AC665-834B-4EE8-A379-2CF6B93D4C22}" presName="background" presStyleLbl="node0" presStyleIdx="2" presStyleCnt="3"/>
      <dgm:spPr/>
    </dgm:pt>
    <dgm:pt modelId="{1C2200FB-D217-4638-B4EE-4A1F32D24C66}" type="pres">
      <dgm:prSet presAssocID="{396AC665-834B-4EE8-A379-2CF6B93D4C22}" presName="text" presStyleLbl="fgAcc0" presStyleIdx="2" presStyleCnt="3">
        <dgm:presLayoutVars>
          <dgm:chPref val="3"/>
        </dgm:presLayoutVars>
      </dgm:prSet>
      <dgm:spPr/>
    </dgm:pt>
    <dgm:pt modelId="{221305FD-2AB9-4B53-A01D-D09F3A951C0D}" type="pres">
      <dgm:prSet presAssocID="{396AC665-834B-4EE8-A379-2CF6B93D4C22}" presName="hierChild2" presStyleCnt="0"/>
      <dgm:spPr/>
    </dgm:pt>
  </dgm:ptLst>
  <dgm:cxnLst>
    <dgm:cxn modelId="{0C3A8E6C-CD7C-4165-9357-684E950F3B0E}" srcId="{7D2AE662-EA5E-4ABD-916E-CF50C16C8F19}" destId="{396AC665-834B-4EE8-A379-2CF6B93D4C22}" srcOrd="2" destOrd="0" parTransId="{2A514D94-5476-41BB-8175-1DCB60653F5A}" sibTransId="{D046D860-066A-4734-80B7-EDCF849BA9E3}"/>
    <dgm:cxn modelId="{EEBC768F-DEB7-4D35-814F-B2D5911F5FF8}" type="presOf" srcId="{87FEC1DB-A711-4440-8A8F-1BD2F0EB8A0B}" destId="{FB514886-0A73-479B-BCF6-CCB7CDD16A89}" srcOrd="0" destOrd="0" presId="urn:microsoft.com/office/officeart/2005/8/layout/hierarchy1"/>
    <dgm:cxn modelId="{33071BA6-EBAE-4D71-A663-94ACF402905F}" type="presOf" srcId="{C939A8B4-3022-4BDE-992E-991F5883A976}" destId="{EB3C9F1B-F40A-4EE4-BB63-4C9DEDAD99D5}" srcOrd="0" destOrd="0" presId="urn:microsoft.com/office/officeart/2005/8/layout/hierarchy1"/>
    <dgm:cxn modelId="{7D3A70BA-D5BB-4F32-9B93-63FD6D1F2114}" srcId="{7D2AE662-EA5E-4ABD-916E-CF50C16C8F19}" destId="{87FEC1DB-A711-4440-8A8F-1BD2F0EB8A0B}" srcOrd="0" destOrd="0" parTransId="{0F7C7D43-DCF9-47D4-928E-7D4E1758F5B3}" sibTransId="{958D2D74-C94D-4C8B-BC46-2F9883E0A64B}"/>
    <dgm:cxn modelId="{EAF7CFDA-A44E-429B-B673-4A60E2533957}" type="presOf" srcId="{396AC665-834B-4EE8-A379-2CF6B93D4C22}" destId="{1C2200FB-D217-4638-B4EE-4A1F32D24C66}" srcOrd="0" destOrd="0" presId="urn:microsoft.com/office/officeart/2005/8/layout/hierarchy1"/>
    <dgm:cxn modelId="{F3432BF7-3023-4EDF-9467-E7902C6B12F2}" srcId="{7D2AE662-EA5E-4ABD-916E-CF50C16C8F19}" destId="{C939A8B4-3022-4BDE-992E-991F5883A976}" srcOrd="1" destOrd="0" parTransId="{6BDE70D4-AE0B-4A0E-8006-07CA0C8F105C}" sibTransId="{7623A4E5-381C-4EB9-8DFC-603A7E173E6A}"/>
    <dgm:cxn modelId="{EC5E4AFE-3525-43AC-8F21-AA011B195EC7}" type="presOf" srcId="{7D2AE662-EA5E-4ABD-916E-CF50C16C8F19}" destId="{CD768170-C946-4C98-9581-06188B040840}" srcOrd="0" destOrd="0" presId="urn:microsoft.com/office/officeart/2005/8/layout/hierarchy1"/>
    <dgm:cxn modelId="{F93FD209-7659-4817-ABFE-9A7D0B19A562}" type="presParOf" srcId="{CD768170-C946-4C98-9581-06188B040840}" destId="{7B501F91-3325-487E-9035-D8D64B879753}" srcOrd="0" destOrd="0" presId="urn:microsoft.com/office/officeart/2005/8/layout/hierarchy1"/>
    <dgm:cxn modelId="{99350AD6-6674-4A59-9C44-FB038EA0DFF0}" type="presParOf" srcId="{7B501F91-3325-487E-9035-D8D64B879753}" destId="{3E9CBD9C-C3BB-4BCE-AAD9-8663971D9861}" srcOrd="0" destOrd="0" presId="urn:microsoft.com/office/officeart/2005/8/layout/hierarchy1"/>
    <dgm:cxn modelId="{2B7C6DF0-11B4-450F-A603-2E505C297133}" type="presParOf" srcId="{3E9CBD9C-C3BB-4BCE-AAD9-8663971D9861}" destId="{D35543F8-3D2D-46AD-A15E-73C20391BF61}" srcOrd="0" destOrd="0" presId="urn:microsoft.com/office/officeart/2005/8/layout/hierarchy1"/>
    <dgm:cxn modelId="{BCBC72BD-CE37-47B4-B44C-20005254FA6A}" type="presParOf" srcId="{3E9CBD9C-C3BB-4BCE-AAD9-8663971D9861}" destId="{FB514886-0A73-479B-BCF6-CCB7CDD16A89}" srcOrd="1" destOrd="0" presId="urn:microsoft.com/office/officeart/2005/8/layout/hierarchy1"/>
    <dgm:cxn modelId="{19082569-1C76-4E93-A553-EA602416B00F}" type="presParOf" srcId="{7B501F91-3325-487E-9035-D8D64B879753}" destId="{BE0D576A-B2A7-4581-85F1-50416D3454A1}" srcOrd="1" destOrd="0" presId="urn:microsoft.com/office/officeart/2005/8/layout/hierarchy1"/>
    <dgm:cxn modelId="{1AA31AB7-8E1A-4919-98FF-D0A618621C4D}" type="presParOf" srcId="{CD768170-C946-4C98-9581-06188B040840}" destId="{B4C8E034-3579-4952-A786-9002AEE0D066}" srcOrd="1" destOrd="0" presId="urn:microsoft.com/office/officeart/2005/8/layout/hierarchy1"/>
    <dgm:cxn modelId="{4ACCD009-FCB5-4A86-9F6B-A3466312EA77}" type="presParOf" srcId="{B4C8E034-3579-4952-A786-9002AEE0D066}" destId="{F8E313F0-4618-434C-B117-06F30C95A51E}" srcOrd="0" destOrd="0" presId="urn:microsoft.com/office/officeart/2005/8/layout/hierarchy1"/>
    <dgm:cxn modelId="{3D9D5318-F4A9-481D-A371-FCE35A704569}" type="presParOf" srcId="{F8E313F0-4618-434C-B117-06F30C95A51E}" destId="{8D46E643-D55C-4F18-8F09-143071D42416}" srcOrd="0" destOrd="0" presId="urn:microsoft.com/office/officeart/2005/8/layout/hierarchy1"/>
    <dgm:cxn modelId="{BD001A3C-7A3A-47E6-9783-FE8E67A60824}" type="presParOf" srcId="{F8E313F0-4618-434C-B117-06F30C95A51E}" destId="{EB3C9F1B-F40A-4EE4-BB63-4C9DEDAD99D5}" srcOrd="1" destOrd="0" presId="urn:microsoft.com/office/officeart/2005/8/layout/hierarchy1"/>
    <dgm:cxn modelId="{ADC99FA3-DD03-419C-959E-E8A6517D137A}" type="presParOf" srcId="{B4C8E034-3579-4952-A786-9002AEE0D066}" destId="{290E44DC-9712-4E74-9996-8EA1E3D272D7}" srcOrd="1" destOrd="0" presId="urn:microsoft.com/office/officeart/2005/8/layout/hierarchy1"/>
    <dgm:cxn modelId="{8D32B296-A470-4A54-8712-C0F32B8B9FFA}" type="presParOf" srcId="{CD768170-C946-4C98-9581-06188B040840}" destId="{FE838F9D-6A78-43B0-A2D8-406A4D533BF0}" srcOrd="2" destOrd="0" presId="urn:microsoft.com/office/officeart/2005/8/layout/hierarchy1"/>
    <dgm:cxn modelId="{69831E56-5086-4B86-8712-63BC43AE5678}" type="presParOf" srcId="{FE838F9D-6A78-43B0-A2D8-406A4D533BF0}" destId="{5466F9BB-E326-4504-91B3-74225CF34F65}" srcOrd="0" destOrd="0" presId="urn:microsoft.com/office/officeart/2005/8/layout/hierarchy1"/>
    <dgm:cxn modelId="{ADBD1A47-CE43-48C1-94E9-200416E1F790}" type="presParOf" srcId="{5466F9BB-E326-4504-91B3-74225CF34F65}" destId="{8EE4F1F9-CB5A-4266-A7B4-BE7D5677092F}" srcOrd="0" destOrd="0" presId="urn:microsoft.com/office/officeart/2005/8/layout/hierarchy1"/>
    <dgm:cxn modelId="{8D4B9999-FA1C-4BDA-9648-DDF46CF343AF}" type="presParOf" srcId="{5466F9BB-E326-4504-91B3-74225CF34F65}" destId="{1C2200FB-D217-4638-B4EE-4A1F32D24C66}" srcOrd="1" destOrd="0" presId="urn:microsoft.com/office/officeart/2005/8/layout/hierarchy1"/>
    <dgm:cxn modelId="{43B33ACD-AEB0-4FBB-99C7-787252DA71C0}" type="presParOf" srcId="{FE838F9D-6A78-43B0-A2D8-406A4D533BF0}" destId="{221305FD-2AB9-4B53-A01D-D09F3A951C0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6E4193-A0DE-417F-981A-4C22262369F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7397AB-8D2F-4C19-8809-4D59E2BBF3CD}">
      <dgm:prSet/>
      <dgm:spPr/>
      <dgm:t>
        <a:bodyPr/>
        <a:lstStyle/>
        <a:p>
          <a:r>
            <a:rPr lang="pt-PT" noProof="0" dirty="0"/>
            <a:t>Fontes de Receita:</a:t>
          </a:r>
        </a:p>
      </dgm:t>
    </dgm:pt>
    <dgm:pt modelId="{43D2540F-B4A4-4D91-934D-BC3B7507EF8B}" type="parTrans" cxnId="{C751AB6B-7570-4789-9F08-DB1E21133BDC}">
      <dgm:prSet/>
      <dgm:spPr/>
      <dgm:t>
        <a:bodyPr/>
        <a:lstStyle/>
        <a:p>
          <a:endParaRPr lang="en-US"/>
        </a:p>
      </dgm:t>
    </dgm:pt>
    <dgm:pt modelId="{91802720-018C-4615-8665-D99B1C4B9398}" type="sibTrans" cxnId="{C751AB6B-7570-4789-9F08-DB1E21133BDC}">
      <dgm:prSet/>
      <dgm:spPr/>
      <dgm:t>
        <a:bodyPr/>
        <a:lstStyle/>
        <a:p>
          <a:endParaRPr lang="en-US"/>
        </a:p>
      </dgm:t>
    </dgm:pt>
    <dgm:pt modelId="{E0BD8449-424C-45B0-AEF2-D8C9B5B25E88}">
      <dgm:prSet/>
      <dgm:spPr/>
      <dgm:t>
        <a:bodyPr/>
        <a:lstStyle/>
        <a:p>
          <a:r>
            <a:rPr lang="pt-PT" noProof="0" dirty="0"/>
            <a:t>Taxa de colocação de anúncio: o primeiro anúncio de cada senhorio é gratuito; os anúncios seguintes têm um custo de 2,49€ por anúncio (por um período padrão, por exemplo, 30 dias).</a:t>
          </a:r>
        </a:p>
      </dgm:t>
    </dgm:pt>
    <dgm:pt modelId="{F90F6045-F8AA-460B-B29A-77011DE189FF}" type="parTrans" cxnId="{35DDF2C4-9EA2-4F09-BB5F-29EED23075FD}">
      <dgm:prSet/>
      <dgm:spPr/>
      <dgm:t>
        <a:bodyPr/>
        <a:lstStyle/>
        <a:p>
          <a:endParaRPr lang="en-US"/>
        </a:p>
      </dgm:t>
    </dgm:pt>
    <dgm:pt modelId="{8DCB81D0-2AF9-4D97-A145-8B4148643EE8}" type="sibTrans" cxnId="{35DDF2C4-9EA2-4F09-BB5F-29EED23075FD}">
      <dgm:prSet/>
      <dgm:spPr/>
      <dgm:t>
        <a:bodyPr/>
        <a:lstStyle/>
        <a:p>
          <a:endParaRPr lang="en-US"/>
        </a:p>
      </dgm:t>
    </dgm:pt>
    <dgm:pt modelId="{6C966A24-EB8E-49F1-981F-92066761C183}">
      <dgm:prSet/>
      <dgm:spPr/>
      <dgm:t>
        <a:bodyPr/>
        <a:lstStyle/>
        <a:p>
          <a:r>
            <a:rPr lang="pt-PT" noProof="0" dirty="0"/>
            <a:t>Destaque de anúncios: opções de destaque a 1,49€ (3 dias), 2,49€ (7 dias) e 3,99€ (14 dias).</a:t>
          </a:r>
        </a:p>
      </dgm:t>
    </dgm:pt>
    <dgm:pt modelId="{F0D2176C-C533-4E0E-9B5F-AC844922289C}" type="parTrans" cxnId="{A0A72B19-5761-410B-A625-427FC5B22222}">
      <dgm:prSet/>
      <dgm:spPr/>
      <dgm:t>
        <a:bodyPr/>
        <a:lstStyle/>
        <a:p>
          <a:endParaRPr lang="en-US"/>
        </a:p>
      </dgm:t>
    </dgm:pt>
    <dgm:pt modelId="{701812CC-7387-4D47-A2A4-348C745955BC}" type="sibTrans" cxnId="{A0A72B19-5761-410B-A625-427FC5B22222}">
      <dgm:prSet/>
      <dgm:spPr/>
      <dgm:t>
        <a:bodyPr/>
        <a:lstStyle/>
        <a:p>
          <a:endParaRPr lang="en-US"/>
        </a:p>
      </dgm:t>
    </dgm:pt>
    <dgm:pt modelId="{90AB4B15-5C38-49C1-9332-7C6D144E257B}">
      <dgm:prSet/>
      <dgm:spPr/>
      <dgm:t>
        <a:bodyPr/>
        <a:lstStyle/>
        <a:p>
          <a:r>
            <a:rPr lang="pt-PT" noProof="0" dirty="0"/>
            <a:t>Publicidade leve e segmentada para serviços relevantes para estudantes (internet, mobiliário, bancos, seguros).</a:t>
          </a:r>
        </a:p>
      </dgm:t>
    </dgm:pt>
    <dgm:pt modelId="{BEF310B9-64AA-42DB-956B-3065748EBDFB}" type="parTrans" cxnId="{D592638B-BE42-4999-A4CE-546BC204F861}">
      <dgm:prSet/>
      <dgm:spPr/>
      <dgm:t>
        <a:bodyPr/>
        <a:lstStyle/>
        <a:p>
          <a:endParaRPr lang="en-US"/>
        </a:p>
      </dgm:t>
    </dgm:pt>
    <dgm:pt modelId="{4FD5FC09-70F4-4548-94F9-C9F022B7F0BE}" type="sibTrans" cxnId="{D592638B-BE42-4999-A4CE-546BC204F861}">
      <dgm:prSet/>
      <dgm:spPr/>
      <dgm:t>
        <a:bodyPr/>
        <a:lstStyle/>
        <a:p>
          <a:endParaRPr lang="en-US"/>
        </a:p>
      </dgm:t>
    </dgm:pt>
    <dgm:pt modelId="{6E9B3261-9970-4C23-A20B-B47C0BDA946E}">
      <dgm:prSet/>
      <dgm:spPr/>
      <dgm:t>
        <a:bodyPr/>
        <a:lstStyle/>
        <a:p>
          <a:r>
            <a:rPr lang="pt-PT" noProof="0" dirty="0"/>
            <a:t>Futuras parcerias B2B com universidades, residências e coabitação (modelo de subscrição).</a:t>
          </a:r>
        </a:p>
      </dgm:t>
    </dgm:pt>
    <dgm:pt modelId="{B2D8435D-FB5C-44F5-9224-9BD874B885E5}" type="parTrans" cxnId="{4552FFC7-7FB1-4F59-AD4B-57B5167B983E}">
      <dgm:prSet/>
      <dgm:spPr/>
      <dgm:t>
        <a:bodyPr/>
        <a:lstStyle/>
        <a:p>
          <a:endParaRPr lang="en-US"/>
        </a:p>
      </dgm:t>
    </dgm:pt>
    <dgm:pt modelId="{B483ADAA-648E-401F-9E6D-191A59BBC3CF}" type="sibTrans" cxnId="{4552FFC7-7FB1-4F59-AD4B-57B5167B983E}">
      <dgm:prSet/>
      <dgm:spPr/>
      <dgm:t>
        <a:bodyPr/>
        <a:lstStyle/>
        <a:p>
          <a:endParaRPr lang="en-US"/>
        </a:p>
      </dgm:t>
    </dgm:pt>
    <dgm:pt modelId="{8C6E619D-8657-4E20-B49E-1261CC1575C9}">
      <dgm:prSet/>
      <dgm:spPr/>
      <dgm:t>
        <a:bodyPr/>
        <a:lstStyle/>
        <a:p>
          <a:r>
            <a:rPr lang="pt-PT" noProof="0" dirty="0"/>
            <a:t>Estrutura de Custos:</a:t>
          </a:r>
        </a:p>
      </dgm:t>
    </dgm:pt>
    <dgm:pt modelId="{1521E0F1-6165-40F1-AFE4-3BE617F2A352}" type="parTrans" cxnId="{3DA85EF6-7090-4AD5-A0DC-F3C1A47F3F5F}">
      <dgm:prSet/>
      <dgm:spPr/>
      <dgm:t>
        <a:bodyPr/>
        <a:lstStyle/>
        <a:p>
          <a:endParaRPr lang="en-US"/>
        </a:p>
      </dgm:t>
    </dgm:pt>
    <dgm:pt modelId="{29798FBA-E444-4AD2-ADCE-87FD2114C0FD}" type="sibTrans" cxnId="{3DA85EF6-7090-4AD5-A0DC-F3C1A47F3F5F}">
      <dgm:prSet/>
      <dgm:spPr/>
      <dgm:t>
        <a:bodyPr/>
        <a:lstStyle/>
        <a:p>
          <a:endParaRPr lang="en-US"/>
        </a:p>
      </dgm:t>
    </dgm:pt>
    <dgm:pt modelId="{D433BB0F-5993-49BA-89E5-1F32494925ED}">
      <dgm:prSet/>
      <dgm:spPr/>
      <dgm:t>
        <a:bodyPr/>
        <a:lstStyle/>
        <a:p>
          <a:r>
            <a:rPr lang="pt-PT" noProof="0" dirty="0"/>
            <a:t>Desenvolvimento e manutenção da plataforma (</a:t>
          </a:r>
          <a:r>
            <a:rPr lang="pt-PT" noProof="0" dirty="0" err="1"/>
            <a:t>frontend</a:t>
          </a:r>
          <a:r>
            <a:rPr lang="pt-PT" noProof="0" dirty="0"/>
            <a:t> + </a:t>
          </a:r>
          <a:r>
            <a:rPr lang="pt-PT" noProof="0" dirty="0" err="1"/>
            <a:t>backend</a:t>
          </a:r>
          <a:r>
            <a:rPr lang="pt-PT" noProof="0" dirty="0"/>
            <a:t>).</a:t>
          </a:r>
        </a:p>
      </dgm:t>
    </dgm:pt>
    <dgm:pt modelId="{13460443-5600-47C1-A132-F3C62D444C63}" type="parTrans" cxnId="{4A737382-78AF-4C6A-B1E2-A38D377BD792}">
      <dgm:prSet/>
      <dgm:spPr/>
      <dgm:t>
        <a:bodyPr/>
        <a:lstStyle/>
        <a:p>
          <a:endParaRPr lang="en-US"/>
        </a:p>
      </dgm:t>
    </dgm:pt>
    <dgm:pt modelId="{C2EF8ED9-A021-468F-B7E3-60611DE9E9B1}" type="sibTrans" cxnId="{4A737382-78AF-4C6A-B1E2-A38D377BD792}">
      <dgm:prSet/>
      <dgm:spPr/>
      <dgm:t>
        <a:bodyPr/>
        <a:lstStyle/>
        <a:p>
          <a:endParaRPr lang="en-US"/>
        </a:p>
      </dgm:t>
    </dgm:pt>
    <dgm:pt modelId="{B867C3B5-CC9A-4CF2-AF81-2DFCF3B3975C}">
      <dgm:prSet/>
      <dgm:spPr/>
      <dgm:t>
        <a:bodyPr/>
        <a:lstStyle/>
        <a:p>
          <a:r>
            <a:rPr lang="pt-PT" noProof="0" dirty="0"/>
            <a:t>Servidores, domínio e certificados de segurança.</a:t>
          </a:r>
        </a:p>
      </dgm:t>
    </dgm:pt>
    <dgm:pt modelId="{EE5A1957-C8F2-48FA-A60A-0C1FDBB6D5EF}" type="parTrans" cxnId="{6613914C-F5CF-444F-B921-CF61724EA48E}">
      <dgm:prSet/>
      <dgm:spPr/>
      <dgm:t>
        <a:bodyPr/>
        <a:lstStyle/>
        <a:p>
          <a:endParaRPr lang="en-US"/>
        </a:p>
      </dgm:t>
    </dgm:pt>
    <dgm:pt modelId="{43D9913C-7FAF-4FDA-A057-36FEC38A7D83}" type="sibTrans" cxnId="{6613914C-F5CF-444F-B921-CF61724EA48E}">
      <dgm:prSet/>
      <dgm:spPr/>
      <dgm:t>
        <a:bodyPr/>
        <a:lstStyle/>
        <a:p>
          <a:endParaRPr lang="en-US"/>
        </a:p>
      </dgm:t>
    </dgm:pt>
    <dgm:pt modelId="{C9ADC987-A32F-4878-9888-9677ADEFBB95}">
      <dgm:prSet/>
      <dgm:spPr/>
      <dgm:t>
        <a:bodyPr/>
        <a:lstStyle/>
        <a:p>
          <a:r>
            <a:rPr lang="pt-PT" noProof="0" dirty="0"/>
            <a:t>Marketing digital e ações de captação em universidades (inicialmente </a:t>
          </a:r>
          <a:r>
            <a:rPr lang="pt-PT" noProof="0" dirty="0" err="1"/>
            <a:t>UAlg</a:t>
          </a:r>
          <a:r>
            <a:rPr lang="pt-PT" noProof="0" dirty="0"/>
            <a:t>/Faro).</a:t>
          </a:r>
        </a:p>
      </dgm:t>
    </dgm:pt>
    <dgm:pt modelId="{B71B2312-8D7F-4224-9635-6FFC92E2EEB2}" type="parTrans" cxnId="{BE587FC8-6395-4949-BCCE-B6406EFC0777}">
      <dgm:prSet/>
      <dgm:spPr/>
      <dgm:t>
        <a:bodyPr/>
        <a:lstStyle/>
        <a:p>
          <a:endParaRPr lang="en-US"/>
        </a:p>
      </dgm:t>
    </dgm:pt>
    <dgm:pt modelId="{7FE60253-1684-4AF5-85DD-65E8724B56B4}" type="sibTrans" cxnId="{BE587FC8-6395-4949-BCCE-B6406EFC0777}">
      <dgm:prSet/>
      <dgm:spPr/>
      <dgm:t>
        <a:bodyPr/>
        <a:lstStyle/>
        <a:p>
          <a:endParaRPr lang="en-US"/>
        </a:p>
      </dgm:t>
    </dgm:pt>
    <dgm:pt modelId="{68140665-A5AF-43F2-98AD-61FA3F2E8A94}">
      <dgm:prSet/>
      <dgm:spPr/>
      <dgm:t>
        <a:bodyPr/>
        <a:lstStyle/>
        <a:p>
          <a:r>
            <a:rPr lang="pt-PT" noProof="0" dirty="0"/>
            <a:t>Custos administrativos, legais e deslocações para estabelecimento de parcerias</a:t>
          </a:r>
        </a:p>
      </dgm:t>
    </dgm:pt>
    <dgm:pt modelId="{0779BD97-114B-4B9A-BE24-237901BDE440}" type="parTrans" cxnId="{72B3C130-2974-4731-A374-2C7B8DC7FE97}">
      <dgm:prSet/>
      <dgm:spPr/>
      <dgm:t>
        <a:bodyPr/>
        <a:lstStyle/>
        <a:p>
          <a:endParaRPr lang="en-US"/>
        </a:p>
      </dgm:t>
    </dgm:pt>
    <dgm:pt modelId="{201C6706-3878-46CC-B943-C285535936C8}" type="sibTrans" cxnId="{72B3C130-2974-4731-A374-2C7B8DC7FE97}">
      <dgm:prSet/>
      <dgm:spPr/>
      <dgm:t>
        <a:bodyPr/>
        <a:lstStyle/>
        <a:p>
          <a:endParaRPr lang="en-US"/>
        </a:p>
      </dgm:t>
    </dgm:pt>
    <dgm:pt modelId="{2B6DEC20-582F-4025-8FB9-83F8D2F5D47C}" type="pres">
      <dgm:prSet presAssocID="{2D6E4193-A0DE-417F-981A-4C22262369F1}" presName="linear" presStyleCnt="0">
        <dgm:presLayoutVars>
          <dgm:animLvl val="lvl"/>
          <dgm:resizeHandles val="exact"/>
        </dgm:presLayoutVars>
      </dgm:prSet>
      <dgm:spPr/>
    </dgm:pt>
    <dgm:pt modelId="{589B4821-F4DF-43D5-B348-D4237DE2107A}" type="pres">
      <dgm:prSet presAssocID="{9B7397AB-8D2F-4C19-8809-4D59E2BBF3C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BB70DAD-DAC9-4E25-8B32-699D094D72AC}" type="pres">
      <dgm:prSet presAssocID="{9B7397AB-8D2F-4C19-8809-4D59E2BBF3CD}" presName="childText" presStyleLbl="revTx" presStyleIdx="0" presStyleCnt="2">
        <dgm:presLayoutVars>
          <dgm:bulletEnabled val="1"/>
        </dgm:presLayoutVars>
      </dgm:prSet>
      <dgm:spPr/>
    </dgm:pt>
    <dgm:pt modelId="{F075375B-FA84-468B-998F-09095C39E38F}" type="pres">
      <dgm:prSet presAssocID="{8C6E619D-8657-4E20-B49E-1261CC1575C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337802D-4933-4C3E-8980-E1C0C7D137FA}" type="pres">
      <dgm:prSet presAssocID="{8C6E619D-8657-4E20-B49E-1261CC1575C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B5E9407-56AB-4DE5-B2E4-53141208CD6E}" type="presOf" srcId="{2D6E4193-A0DE-417F-981A-4C22262369F1}" destId="{2B6DEC20-582F-4025-8FB9-83F8D2F5D47C}" srcOrd="0" destOrd="0" presId="urn:microsoft.com/office/officeart/2005/8/layout/vList2"/>
    <dgm:cxn modelId="{01ECBC14-BFB0-4B77-96BA-507DDC19B493}" type="presOf" srcId="{6E9B3261-9970-4C23-A20B-B47C0BDA946E}" destId="{3BB70DAD-DAC9-4E25-8B32-699D094D72AC}" srcOrd="0" destOrd="3" presId="urn:microsoft.com/office/officeart/2005/8/layout/vList2"/>
    <dgm:cxn modelId="{A0A72B19-5761-410B-A625-427FC5B22222}" srcId="{9B7397AB-8D2F-4C19-8809-4D59E2BBF3CD}" destId="{6C966A24-EB8E-49F1-981F-92066761C183}" srcOrd="1" destOrd="0" parTransId="{F0D2176C-C533-4E0E-9B5F-AC844922289C}" sibTransId="{701812CC-7387-4D47-A2A4-348C745955BC}"/>
    <dgm:cxn modelId="{4A164D1F-ACA7-4EF0-99DB-625008A468E2}" type="presOf" srcId="{8C6E619D-8657-4E20-B49E-1261CC1575C9}" destId="{F075375B-FA84-468B-998F-09095C39E38F}" srcOrd="0" destOrd="0" presId="urn:microsoft.com/office/officeart/2005/8/layout/vList2"/>
    <dgm:cxn modelId="{72B3C130-2974-4731-A374-2C7B8DC7FE97}" srcId="{8C6E619D-8657-4E20-B49E-1261CC1575C9}" destId="{68140665-A5AF-43F2-98AD-61FA3F2E8A94}" srcOrd="3" destOrd="0" parTransId="{0779BD97-114B-4B9A-BE24-237901BDE440}" sibTransId="{201C6706-3878-46CC-B943-C285535936C8}"/>
    <dgm:cxn modelId="{C751AB6B-7570-4789-9F08-DB1E21133BDC}" srcId="{2D6E4193-A0DE-417F-981A-4C22262369F1}" destId="{9B7397AB-8D2F-4C19-8809-4D59E2BBF3CD}" srcOrd="0" destOrd="0" parTransId="{43D2540F-B4A4-4D91-934D-BC3B7507EF8B}" sibTransId="{91802720-018C-4615-8665-D99B1C4B9398}"/>
    <dgm:cxn modelId="{3158266C-0AA6-428C-B7A1-D5AADA9F3257}" type="presOf" srcId="{68140665-A5AF-43F2-98AD-61FA3F2E8A94}" destId="{C337802D-4933-4C3E-8980-E1C0C7D137FA}" srcOrd="0" destOrd="3" presId="urn:microsoft.com/office/officeart/2005/8/layout/vList2"/>
    <dgm:cxn modelId="{6613914C-F5CF-444F-B921-CF61724EA48E}" srcId="{8C6E619D-8657-4E20-B49E-1261CC1575C9}" destId="{B867C3B5-CC9A-4CF2-AF81-2DFCF3B3975C}" srcOrd="1" destOrd="0" parTransId="{EE5A1957-C8F2-48FA-A60A-0C1FDBB6D5EF}" sibTransId="{43D9913C-7FAF-4FDA-A057-36FEC38A7D83}"/>
    <dgm:cxn modelId="{8196247A-600D-4E66-B8A3-98E749B09672}" type="presOf" srcId="{90AB4B15-5C38-49C1-9332-7C6D144E257B}" destId="{3BB70DAD-DAC9-4E25-8B32-699D094D72AC}" srcOrd="0" destOrd="2" presId="urn:microsoft.com/office/officeart/2005/8/layout/vList2"/>
    <dgm:cxn modelId="{4A737382-78AF-4C6A-B1E2-A38D377BD792}" srcId="{8C6E619D-8657-4E20-B49E-1261CC1575C9}" destId="{D433BB0F-5993-49BA-89E5-1F32494925ED}" srcOrd="0" destOrd="0" parTransId="{13460443-5600-47C1-A132-F3C62D444C63}" sibTransId="{C2EF8ED9-A021-468F-B7E3-60611DE9E9B1}"/>
    <dgm:cxn modelId="{83BD4884-81FA-4BF3-A56D-42A3FBD292EB}" type="presOf" srcId="{D433BB0F-5993-49BA-89E5-1F32494925ED}" destId="{C337802D-4933-4C3E-8980-E1C0C7D137FA}" srcOrd="0" destOrd="0" presId="urn:microsoft.com/office/officeart/2005/8/layout/vList2"/>
    <dgm:cxn modelId="{D16D1F85-1AF1-4766-9C39-CC8B31538D74}" type="presOf" srcId="{C9ADC987-A32F-4878-9888-9677ADEFBB95}" destId="{C337802D-4933-4C3E-8980-E1C0C7D137FA}" srcOrd="0" destOrd="2" presId="urn:microsoft.com/office/officeart/2005/8/layout/vList2"/>
    <dgm:cxn modelId="{D592638B-BE42-4999-A4CE-546BC204F861}" srcId="{9B7397AB-8D2F-4C19-8809-4D59E2BBF3CD}" destId="{90AB4B15-5C38-49C1-9332-7C6D144E257B}" srcOrd="2" destOrd="0" parTransId="{BEF310B9-64AA-42DB-956B-3065748EBDFB}" sibTransId="{4FD5FC09-70F4-4548-94F9-C9F022B7F0BE}"/>
    <dgm:cxn modelId="{56418DAE-1AB1-4E9F-8C7F-FC493A2616E8}" type="presOf" srcId="{9B7397AB-8D2F-4C19-8809-4D59E2BBF3CD}" destId="{589B4821-F4DF-43D5-B348-D4237DE2107A}" srcOrd="0" destOrd="0" presId="urn:microsoft.com/office/officeart/2005/8/layout/vList2"/>
    <dgm:cxn modelId="{35DDF2C4-9EA2-4F09-BB5F-29EED23075FD}" srcId="{9B7397AB-8D2F-4C19-8809-4D59E2BBF3CD}" destId="{E0BD8449-424C-45B0-AEF2-D8C9B5B25E88}" srcOrd="0" destOrd="0" parTransId="{F90F6045-F8AA-460B-B29A-77011DE189FF}" sibTransId="{8DCB81D0-2AF9-4D97-A145-8B4148643EE8}"/>
    <dgm:cxn modelId="{4552FFC7-7FB1-4F59-AD4B-57B5167B983E}" srcId="{9B7397AB-8D2F-4C19-8809-4D59E2BBF3CD}" destId="{6E9B3261-9970-4C23-A20B-B47C0BDA946E}" srcOrd="3" destOrd="0" parTransId="{B2D8435D-FB5C-44F5-9224-9BD874B885E5}" sibTransId="{B483ADAA-648E-401F-9E6D-191A59BBC3CF}"/>
    <dgm:cxn modelId="{BE587FC8-6395-4949-BCCE-B6406EFC0777}" srcId="{8C6E619D-8657-4E20-B49E-1261CC1575C9}" destId="{C9ADC987-A32F-4878-9888-9677ADEFBB95}" srcOrd="2" destOrd="0" parTransId="{B71B2312-8D7F-4224-9635-6FFC92E2EEB2}" sibTransId="{7FE60253-1684-4AF5-85DD-65E8724B56B4}"/>
    <dgm:cxn modelId="{C9E04FE1-B5ED-4405-9811-F4F02B6F92CA}" type="presOf" srcId="{6C966A24-EB8E-49F1-981F-92066761C183}" destId="{3BB70DAD-DAC9-4E25-8B32-699D094D72AC}" srcOrd="0" destOrd="1" presId="urn:microsoft.com/office/officeart/2005/8/layout/vList2"/>
    <dgm:cxn modelId="{D96AB7E7-00BA-4641-B0EE-E76D0B94CA5A}" type="presOf" srcId="{B867C3B5-CC9A-4CF2-AF81-2DFCF3B3975C}" destId="{C337802D-4933-4C3E-8980-E1C0C7D137FA}" srcOrd="0" destOrd="1" presId="urn:microsoft.com/office/officeart/2005/8/layout/vList2"/>
    <dgm:cxn modelId="{EB7570F5-AD75-443F-B2CF-90FCC7727DE4}" type="presOf" srcId="{E0BD8449-424C-45B0-AEF2-D8C9B5B25E88}" destId="{3BB70DAD-DAC9-4E25-8B32-699D094D72AC}" srcOrd="0" destOrd="0" presId="urn:microsoft.com/office/officeart/2005/8/layout/vList2"/>
    <dgm:cxn modelId="{3DA85EF6-7090-4AD5-A0DC-F3C1A47F3F5F}" srcId="{2D6E4193-A0DE-417F-981A-4C22262369F1}" destId="{8C6E619D-8657-4E20-B49E-1261CC1575C9}" srcOrd="1" destOrd="0" parTransId="{1521E0F1-6165-40F1-AFE4-3BE617F2A352}" sibTransId="{29798FBA-E444-4AD2-ADCE-87FD2114C0FD}"/>
    <dgm:cxn modelId="{1457D5E5-15CB-4282-A998-41791E5A611F}" type="presParOf" srcId="{2B6DEC20-582F-4025-8FB9-83F8D2F5D47C}" destId="{589B4821-F4DF-43D5-B348-D4237DE2107A}" srcOrd="0" destOrd="0" presId="urn:microsoft.com/office/officeart/2005/8/layout/vList2"/>
    <dgm:cxn modelId="{1979D128-838A-4180-902F-DA908325D0E0}" type="presParOf" srcId="{2B6DEC20-582F-4025-8FB9-83F8D2F5D47C}" destId="{3BB70DAD-DAC9-4E25-8B32-699D094D72AC}" srcOrd="1" destOrd="0" presId="urn:microsoft.com/office/officeart/2005/8/layout/vList2"/>
    <dgm:cxn modelId="{4D53F8E5-837B-4BF3-A13A-EF7336B4773D}" type="presParOf" srcId="{2B6DEC20-582F-4025-8FB9-83F8D2F5D47C}" destId="{F075375B-FA84-468B-998F-09095C39E38F}" srcOrd="2" destOrd="0" presId="urn:microsoft.com/office/officeart/2005/8/layout/vList2"/>
    <dgm:cxn modelId="{5266393E-7B60-4972-A83F-6E84894993FE}" type="presParOf" srcId="{2B6DEC20-582F-4025-8FB9-83F8D2F5D47C}" destId="{C337802D-4933-4C3E-8980-E1C0C7D137F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1B7AF8-A043-49C8-B7DE-ECCA22A722E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B2F5CDB-C649-42EA-B94A-347C36FD6354}">
      <dgm:prSet/>
      <dgm:spPr/>
      <dgm:t>
        <a:bodyPr/>
        <a:lstStyle/>
        <a:p>
          <a:r>
            <a:rPr lang="pt-PT" noProof="0" dirty="0"/>
            <a:t>Diogo Carvalho – Desenvolvimento da plataforma, programação, design, testes.</a:t>
          </a:r>
        </a:p>
      </dgm:t>
    </dgm:pt>
    <dgm:pt modelId="{5F8C574D-9CAA-489E-9B2F-9FD0D38DDD65}" type="parTrans" cxnId="{97CF0421-A3AB-41FA-8814-81292253621B}">
      <dgm:prSet/>
      <dgm:spPr/>
      <dgm:t>
        <a:bodyPr/>
        <a:lstStyle/>
        <a:p>
          <a:endParaRPr lang="en-US"/>
        </a:p>
      </dgm:t>
    </dgm:pt>
    <dgm:pt modelId="{74B03D45-E851-41E6-92CC-3AAC998E8C3F}" type="sibTrans" cxnId="{97CF0421-A3AB-41FA-8814-81292253621B}">
      <dgm:prSet/>
      <dgm:spPr/>
      <dgm:t>
        <a:bodyPr/>
        <a:lstStyle/>
        <a:p>
          <a:endParaRPr lang="en-US"/>
        </a:p>
      </dgm:t>
    </dgm:pt>
    <dgm:pt modelId="{7F9CF620-43DA-48CB-8A53-7C945018A516}">
      <dgm:prSet/>
      <dgm:spPr/>
      <dgm:t>
        <a:bodyPr/>
        <a:lstStyle/>
        <a:p>
          <a:r>
            <a:rPr lang="pt-PT" noProof="0" dirty="0"/>
            <a:t>Diogo Freitas – Marketing, comunicação com estudantes e validação com utilizadores.</a:t>
          </a:r>
        </a:p>
      </dgm:t>
    </dgm:pt>
    <dgm:pt modelId="{228D8EE6-5961-49E6-A0EA-8505A1A139B4}" type="parTrans" cxnId="{0F5FBF6A-E123-4E9C-83E8-66AB4E16CBDB}">
      <dgm:prSet/>
      <dgm:spPr/>
      <dgm:t>
        <a:bodyPr/>
        <a:lstStyle/>
        <a:p>
          <a:endParaRPr lang="en-US"/>
        </a:p>
      </dgm:t>
    </dgm:pt>
    <dgm:pt modelId="{1F468120-3150-4615-800D-88818BAA0607}" type="sibTrans" cxnId="{0F5FBF6A-E123-4E9C-83E8-66AB4E16CBDB}">
      <dgm:prSet/>
      <dgm:spPr/>
      <dgm:t>
        <a:bodyPr/>
        <a:lstStyle/>
        <a:p>
          <a:endParaRPr lang="en-US"/>
        </a:p>
      </dgm:t>
    </dgm:pt>
    <dgm:pt modelId="{A1D9C32D-E4D8-4D43-AFCE-852C0E683CB6}">
      <dgm:prSet/>
      <dgm:spPr/>
      <dgm:t>
        <a:bodyPr/>
        <a:lstStyle/>
        <a:p>
          <a:r>
            <a:rPr lang="pt-PT" noProof="0" dirty="0"/>
            <a:t>Diogo Estriga – Modelo de negócio, contacto com senhorios e parcerias locais.</a:t>
          </a:r>
        </a:p>
      </dgm:t>
    </dgm:pt>
    <dgm:pt modelId="{D887B4A1-4F95-4E6A-A54A-EBC05A3E56DE}" type="parTrans" cxnId="{3C7825B6-1AA4-42B7-AB88-5610C0CC427A}">
      <dgm:prSet/>
      <dgm:spPr/>
      <dgm:t>
        <a:bodyPr/>
        <a:lstStyle/>
        <a:p>
          <a:endParaRPr lang="en-US"/>
        </a:p>
      </dgm:t>
    </dgm:pt>
    <dgm:pt modelId="{C91D44C2-A8F6-4301-8486-85DD24E5DA23}" type="sibTrans" cxnId="{3C7825B6-1AA4-42B7-AB88-5610C0CC427A}">
      <dgm:prSet/>
      <dgm:spPr/>
      <dgm:t>
        <a:bodyPr/>
        <a:lstStyle/>
        <a:p>
          <a:endParaRPr lang="en-US"/>
        </a:p>
      </dgm:t>
    </dgm:pt>
    <dgm:pt modelId="{FE8A8DB8-F79F-4ADA-AC9F-784A9A6EC10F}">
      <dgm:prSet/>
      <dgm:spPr/>
      <dgm:t>
        <a:bodyPr/>
        <a:lstStyle/>
        <a:p>
          <a:r>
            <a:rPr lang="pt-PT" noProof="0" dirty="0"/>
            <a:t>A equipa está diretamente ligada ao contexto académico da </a:t>
          </a:r>
          <a:r>
            <a:rPr lang="pt-PT" noProof="0" dirty="0" err="1"/>
            <a:t>UAlg</a:t>
          </a:r>
          <a:r>
            <a:rPr lang="pt-PT" noProof="0" dirty="0"/>
            <a:t>, o que facilita o acesso a estudantes, professores, associações e potenciais parceiros.</a:t>
          </a:r>
        </a:p>
      </dgm:t>
    </dgm:pt>
    <dgm:pt modelId="{04FCCC91-713F-4791-91B4-57F738D38775}" type="parTrans" cxnId="{3A0A5158-5931-4EA5-A354-B2933480668E}">
      <dgm:prSet/>
      <dgm:spPr/>
      <dgm:t>
        <a:bodyPr/>
        <a:lstStyle/>
        <a:p>
          <a:endParaRPr lang="en-US"/>
        </a:p>
      </dgm:t>
    </dgm:pt>
    <dgm:pt modelId="{F9F96298-4F0B-4D28-B7FE-1B886ED2104C}" type="sibTrans" cxnId="{3A0A5158-5931-4EA5-A354-B2933480668E}">
      <dgm:prSet/>
      <dgm:spPr/>
      <dgm:t>
        <a:bodyPr/>
        <a:lstStyle/>
        <a:p>
          <a:endParaRPr lang="en-US"/>
        </a:p>
      </dgm:t>
    </dgm:pt>
    <dgm:pt modelId="{4568FFC3-4249-4F76-BE4C-A20F88CE4357}" type="pres">
      <dgm:prSet presAssocID="{481B7AF8-A043-49C8-B7DE-ECCA22A722EC}" presName="vert0" presStyleCnt="0">
        <dgm:presLayoutVars>
          <dgm:dir/>
          <dgm:animOne val="branch"/>
          <dgm:animLvl val="lvl"/>
        </dgm:presLayoutVars>
      </dgm:prSet>
      <dgm:spPr/>
    </dgm:pt>
    <dgm:pt modelId="{E671094E-A23F-4A72-8504-E422E4D07541}" type="pres">
      <dgm:prSet presAssocID="{CB2F5CDB-C649-42EA-B94A-347C36FD6354}" presName="thickLine" presStyleLbl="alignNode1" presStyleIdx="0" presStyleCnt="4"/>
      <dgm:spPr/>
    </dgm:pt>
    <dgm:pt modelId="{ECE88D89-6064-48C3-9344-258593DBD5AC}" type="pres">
      <dgm:prSet presAssocID="{CB2F5CDB-C649-42EA-B94A-347C36FD6354}" presName="horz1" presStyleCnt="0"/>
      <dgm:spPr/>
    </dgm:pt>
    <dgm:pt modelId="{2F6AE807-49C9-4820-880D-1165274F31F4}" type="pres">
      <dgm:prSet presAssocID="{CB2F5CDB-C649-42EA-B94A-347C36FD6354}" presName="tx1" presStyleLbl="revTx" presStyleIdx="0" presStyleCnt="4"/>
      <dgm:spPr/>
    </dgm:pt>
    <dgm:pt modelId="{2DFB828D-D670-49EF-85FD-ACB2ED14F578}" type="pres">
      <dgm:prSet presAssocID="{CB2F5CDB-C649-42EA-B94A-347C36FD6354}" presName="vert1" presStyleCnt="0"/>
      <dgm:spPr/>
    </dgm:pt>
    <dgm:pt modelId="{09ED5D77-7497-4C95-A0E7-F398CDAB4E3F}" type="pres">
      <dgm:prSet presAssocID="{7F9CF620-43DA-48CB-8A53-7C945018A516}" presName="thickLine" presStyleLbl="alignNode1" presStyleIdx="1" presStyleCnt="4"/>
      <dgm:spPr/>
    </dgm:pt>
    <dgm:pt modelId="{90076664-4ED5-41AE-A5A6-13384A99D30E}" type="pres">
      <dgm:prSet presAssocID="{7F9CF620-43DA-48CB-8A53-7C945018A516}" presName="horz1" presStyleCnt="0"/>
      <dgm:spPr/>
    </dgm:pt>
    <dgm:pt modelId="{0C18B135-FE4F-421E-9C38-11612A2F98EA}" type="pres">
      <dgm:prSet presAssocID="{7F9CF620-43DA-48CB-8A53-7C945018A516}" presName="tx1" presStyleLbl="revTx" presStyleIdx="1" presStyleCnt="4"/>
      <dgm:spPr/>
    </dgm:pt>
    <dgm:pt modelId="{96D92283-8207-4666-A891-F28F6B009409}" type="pres">
      <dgm:prSet presAssocID="{7F9CF620-43DA-48CB-8A53-7C945018A516}" presName="vert1" presStyleCnt="0"/>
      <dgm:spPr/>
    </dgm:pt>
    <dgm:pt modelId="{0BF0F02D-C24E-4024-BBA7-F3472B00765B}" type="pres">
      <dgm:prSet presAssocID="{A1D9C32D-E4D8-4D43-AFCE-852C0E683CB6}" presName="thickLine" presStyleLbl="alignNode1" presStyleIdx="2" presStyleCnt="4"/>
      <dgm:spPr/>
    </dgm:pt>
    <dgm:pt modelId="{801C2592-D3BB-4273-9BE1-3FCAAA99CEA0}" type="pres">
      <dgm:prSet presAssocID="{A1D9C32D-E4D8-4D43-AFCE-852C0E683CB6}" presName="horz1" presStyleCnt="0"/>
      <dgm:spPr/>
    </dgm:pt>
    <dgm:pt modelId="{3F54D372-F1C4-4B9D-A8B2-4A48DDF0F60F}" type="pres">
      <dgm:prSet presAssocID="{A1D9C32D-E4D8-4D43-AFCE-852C0E683CB6}" presName="tx1" presStyleLbl="revTx" presStyleIdx="2" presStyleCnt="4"/>
      <dgm:spPr/>
    </dgm:pt>
    <dgm:pt modelId="{115C01BB-C4B1-465F-8FB2-4C83D18C9049}" type="pres">
      <dgm:prSet presAssocID="{A1D9C32D-E4D8-4D43-AFCE-852C0E683CB6}" presName="vert1" presStyleCnt="0"/>
      <dgm:spPr/>
    </dgm:pt>
    <dgm:pt modelId="{9EB9F7D3-6EE3-46BA-BCD4-020C703AD752}" type="pres">
      <dgm:prSet presAssocID="{FE8A8DB8-F79F-4ADA-AC9F-784A9A6EC10F}" presName="thickLine" presStyleLbl="alignNode1" presStyleIdx="3" presStyleCnt="4"/>
      <dgm:spPr/>
    </dgm:pt>
    <dgm:pt modelId="{36345474-45BD-42E8-BFD5-AF6D00A4E9F5}" type="pres">
      <dgm:prSet presAssocID="{FE8A8DB8-F79F-4ADA-AC9F-784A9A6EC10F}" presName="horz1" presStyleCnt="0"/>
      <dgm:spPr/>
    </dgm:pt>
    <dgm:pt modelId="{36B84C0A-A40F-43AF-9C7F-418FE15E0E26}" type="pres">
      <dgm:prSet presAssocID="{FE8A8DB8-F79F-4ADA-AC9F-784A9A6EC10F}" presName="tx1" presStyleLbl="revTx" presStyleIdx="3" presStyleCnt="4"/>
      <dgm:spPr/>
    </dgm:pt>
    <dgm:pt modelId="{EFCE8295-F655-4ACA-AE72-1332B45B36FC}" type="pres">
      <dgm:prSet presAssocID="{FE8A8DB8-F79F-4ADA-AC9F-784A9A6EC10F}" presName="vert1" presStyleCnt="0"/>
      <dgm:spPr/>
    </dgm:pt>
  </dgm:ptLst>
  <dgm:cxnLst>
    <dgm:cxn modelId="{B264B913-C709-4C54-A84D-7AFB3F116CAF}" type="presOf" srcId="{FE8A8DB8-F79F-4ADA-AC9F-784A9A6EC10F}" destId="{36B84C0A-A40F-43AF-9C7F-418FE15E0E26}" srcOrd="0" destOrd="0" presId="urn:microsoft.com/office/officeart/2008/layout/LinedList"/>
    <dgm:cxn modelId="{97CF0421-A3AB-41FA-8814-81292253621B}" srcId="{481B7AF8-A043-49C8-B7DE-ECCA22A722EC}" destId="{CB2F5CDB-C649-42EA-B94A-347C36FD6354}" srcOrd="0" destOrd="0" parTransId="{5F8C574D-9CAA-489E-9B2F-9FD0D38DDD65}" sibTransId="{74B03D45-E851-41E6-92CC-3AAC998E8C3F}"/>
    <dgm:cxn modelId="{D9B1D52F-1C84-46C4-AA0E-E0A7D588174C}" type="presOf" srcId="{481B7AF8-A043-49C8-B7DE-ECCA22A722EC}" destId="{4568FFC3-4249-4F76-BE4C-A20F88CE4357}" srcOrd="0" destOrd="0" presId="urn:microsoft.com/office/officeart/2008/layout/LinedList"/>
    <dgm:cxn modelId="{0F5FBF6A-E123-4E9C-83E8-66AB4E16CBDB}" srcId="{481B7AF8-A043-49C8-B7DE-ECCA22A722EC}" destId="{7F9CF620-43DA-48CB-8A53-7C945018A516}" srcOrd="1" destOrd="0" parTransId="{228D8EE6-5961-49E6-A0EA-8505A1A139B4}" sibTransId="{1F468120-3150-4615-800D-88818BAA0607}"/>
    <dgm:cxn modelId="{3A0A5158-5931-4EA5-A354-B2933480668E}" srcId="{481B7AF8-A043-49C8-B7DE-ECCA22A722EC}" destId="{FE8A8DB8-F79F-4ADA-AC9F-784A9A6EC10F}" srcOrd="3" destOrd="0" parTransId="{04FCCC91-713F-4791-91B4-57F738D38775}" sibTransId="{F9F96298-4F0B-4D28-B7FE-1B886ED2104C}"/>
    <dgm:cxn modelId="{3722A179-0E07-4ECF-9D5B-DDCE10DF7296}" type="presOf" srcId="{7F9CF620-43DA-48CB-8A53-7C945018A516}" destId="{0C18B135-FE4F-421E-9C38-11612A2F98EA}" srcOrd="0" destOrd="0" presId="urn:microsoft.com/office/officeart/2008/layout/LinedList"/>
    <dgm:cxn modelId="{ECD12AA2-C988-4330-B276-DBD23EA0A02C}" type="presOf" srcId="{CB2F5CDB-C649-42EA-B94A-347C36FD6354}" destId="{2F6AE807-49C9-4820-880D-1165274F31F4}" srcOrd="0" destOrd="0" presId="urn:microsoft.com/office/officeart/2008/layout/LinedList"/>
    <dgm:cxn modelId="{3C7825B6-1AA4-42B7-AB88-5610C0CC427A}" srcId="{481B7AF8-A043-49C8-B7DE-ECCA22A722EC}" destId="{A1D9C32D-E4D8-4D43-AFCE-852C0E683CB6}" srcOrd="2" destOrd="0" parTransId="{D887B4A1-4F95-4E6A-A54A-EBC05A3E56DE}" sibTransId="{C91D44C2-A8F6-4301-8486-85DD24E5DA23}"/>
    <dgm:cxn modelId="{6F7993C5-D52D-4505-BC4E-E197D87D8732}" type="presOf" srcId="{A1D9C32D-E4D8-4D43-AFCE-852C0E683CB6}" destId="{3F54D372-F1C4-4B9D-A8B2-4A48DDF0F60F}" srcOrd="0" destOrd="0" presId="urn:microsoft.com/office/officeart/2008/layout/LinedList"/>
    <dgm:cxn modelId="{E4079C56-D377-448A-A2E7-620328A713B7}" type="presParOf" srcId="{4568FFC3-4249-4F76-BE4C-A20F88CE4357}" destId="{E671094E-A23F-4A72-8504-E422E4D07541}" srcOrd="0" destOrd="0" presId="urn:microsoft.com/office/officeart/2008/layout/LinedList"/>
    <dgm:cxn modelId="{36E5654C-C1CB-412B-8119-F235606BFA57}" type="presParOf" srcId="{4568FFC3-4249-4F76-BE4C-A20F88CE4357}" destId="{ECE88D89-6064-48C3-9344-258593DBD5AC}" srcOrd="1" destOrd="0" presId="urn:microsoft.com/office/officeart/2008/layout/LinedList"/>
    <dgm:cxn modelId="{E747C12D-1AAE-4006-90F6-DE9D1A1E4012}" type="presParOf" srcId="{ECE88D89-6064-48C3-9344-258593DBD5AC}" destId="{2F6AE807-49C9-4820-880D-1165274F31F4}" srcOrd="0" destOrd="0" presId="urn:microsoft.com/office/officeart/2008/layout/LinedList"/>
    <dgm:cxn modelId="{80978A6C-8DF8-415B-B585-D85E35448964}" type="presParOf" srcId="{ECE88D89-6064-48C3-9344-258593DBD5AC}" destId="{2DFB828D-D670-49EF-85FD-ACB2ED14F578}" srcOrd="1" destOrd="0" presId="urn:microsoft.com/office/officeart/2008/layout/LinedList"/>
    <dgm:cxn modelId="{12615E5C-D92B-4646-9447-AB5AB9EA0DF4}" type="presParOf" srcId="{4568FFC3-4249-4F76-BE4C-A20F88CE4357}" destId="{09ED5D77-7497-4C95-A0E7-F398CDAB4E3F}" srcOrd="2" destOrd="0" presId="urn:microsoft.com/office/officeart/2008/layout/LinedList"/>
    <dgm:cxn modelId="{8F945901-EFD5-47D9-9A05-16AB736A439D}" type="presParOf" srcId="{4568FFC3-4249-4F76-BE4C-A20F88CE4357}" destId="{90076664-4ED5-41AE-A5A6-13384A99D30E}" srcOrd="3" destOrd="0" presId="urn:microsoft.com/office/officeart/2008/layout/LinedList"/>
    <dgm:cxn modelId="{DA48A04E-3AFA-47DA-A56E-0B69E261B5C0}" type="presParOf" srcId="{90076664-4ED5-41AE-A5A6-13384A99D30E}" destId="{0C18B135-FE4F-421E-9C38-11612A2F98EA}" srcOrd="0" destOrd="0" presId="urn:microsoft.com/office/officeart/2008/layout/LinedList"/>
    <dgm:cxn modelId="{910C23A7-FB7B-41A7-8B75-1A2090C74795}" type="presParOf" srcId="{90076664-4ED5-41AE-A5A6-13384A99D30E}" destId="{96D92283-8207-4666-A891-F28F6B009409}" srcOrd="1" destOrd="0" presId="urn:microsoft.com/office/officeart/2008/layout/LinedList"/>
    <dgm:cxn modelId="{2C42DAD8-EF51-4BFB-893E-79ECA2618CF7}" type="presParOf" srcId="{4568FFC3-4249-4F76-BE4C-A20F88CE4357}" destId="{0BF0F02D-C24E-4024-BBA7-F3472B00765B}" srcOrd="4" destOrd="0" presId="urn:microsoft.com/office/officeart/2008/layout/LinedList"/>
    <dgm:cxn modelId="{5D5B4380-13A5-4932-9175-18FBDCB83290}" type="presParOf" srcId="{4568FFC3-4249-4F76-BE4C-A20F88CE4357}" destId="{801C2592-D3BB-4273-9BE1-3FCAAA99CEA0}" srcOrd="5" destOrd="0" presId="urn:microsoft.com/office/officeart/2008/layout/LinedList"/>
    <dgm:cxn modelId="{C216D487-E922-48F3-9AE6-D8D3A42DBBDA}" type="presParOf" srcId="{801C2592-D3BB-4273-9BE1-3FCAAA99CEA0}" destId="{3F54D372-F1C4-4B9D-A8B2-4A48DDF0F60F}" srcOrd="0" destOrd="0" presId="urn:microsoft.com/office/officeart/2008/layout/LinedList"/>
    <dgm:cxn modelId="{5E942600-08E4-4E2B-8AD7-CE5DBDC85AD0}" type="presParOf" srcId="{801C2592-D3BB-4273-9BE1-3FCAAA99CEA0}" destId="{115C01BB-C4B1-465F-8FB2-4C83D18C9049}" srcOrd="1" destOrd="0" presId="urn:microsoft.com/office/officeart/2008/layout/LinedList"/>
    <dgm:cxn modelId="{4071BD6C-9046-4E00-8991-182C93D6F095}" type="presParOf" srcId="{4568FFC3-4249-4F76-BE4C-A20F88CE4357}" destId="{9EB9F7D3-6EE3-46BA-BCD4-020C703AD752}" srcOrd="6" destOrd="0" presId="urn:microsoft.com/office/officeart/2008/layout/LinedList"/>
    <dgm:cxn modelId="{C39AA56D-7ACE-499D-91D1-EE70DCB68FDA}" type="presParOf" srcId="{4568FFC3-4249-4F76-BE4C-A20F88CE4357}" destId="{36345474-45BD-42E8-BFD5-AF6D00A4E9F5}" srcOrd="7" destOrd="0" presId="urn:microsoft.com/office/officeart/2008/layout/LinedList"/>
    <dgm:cxn modelId="{A5884987-EFEC-4642-9CDC-FC5B1AB1D5D8}" type="presParOf" srcId="{36345474-45BD-42E8-BFD5-AF6D00A4E9F5}" destId="{36B84C0A-A40F-43AF-9C7F-418FE15E0E26}" srcOrd="0" destOrd="0" presId="urn:microsoft.com/office/officeart/2008/layout/LinedList"/>
    <dgm:cxn modelId="{10B4C289-8D83-4051-9E26-76061067A084}" type="presParOf" srcId="{36345474-45BD-42E8-BFD5-AF6D00A4E9F5}" destId="{EFCE8295-F655-4ACA-AE72-1332B45B36F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DCE97B4-CD5F-4BA1-A7F8-708CD9A5A0D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CC2103B-E254-470D-B497-AF03D9036BD6}">
      <dgm:prSet/>
      <dgm:spPr/>
      <dgm:t>
        <a:bodyPr/>
        <a:lstStyle/>
        <a:p>
          <a:r>
            <a:rPr lang="pt-PT" noProof="0" dirty="0"/>
            <a:t>Desenvolver e testar uma versão inicial da plataforma focada em alojamento estudantil na </a:t>
          </a:r>
          <a:r>
            <a:rPr lang="pt-PT" noProof="0" dirty="0" err="1"/>
            <a:t>UAlg</a:t>
          </a:r>
          <a:r>
            <a:rPr lang="pt-PT" noProof="0" dirty="0"/>
            <a:t>/Faro.</a:t>
          </a:r>
        </a:p>
      </dgm:t>
    </dgm:pt>
    <dgm:pt modelId="{59107BE4-EDF9-4143-ADAE-DAD353918CE3}" type="parTrans" cxnId="{DCADC55F-312C-437F-982C-72B38B7A4CCE}">
      <dgm:prSet/>
      <dgm:spPr/>
      <dgm:t>
        <a:bodyPr/>
        <a:lstStyle/>
        <a:p>
          <a:endParaRPr lang="en-US"/>
        </a:p>
      </dgm:t>
    </dgm:pt>
    <dgm:pt modelId="{E46B96A3-99DF-4654-A7A1-514E70ACC62B}" type="sibTrans" cxnId="{DCADC55F-312C-437F-982C-72B38B7A4CCE}">
      <dgm:prSet/>
      <dgm:spPr/>
      <dgm:t>
        <a:bodyPr/>
        <a:lstStyle/>
        <a:p>
          <a:endParaRPr lang="en-US"/>
        </a:p>
      </dgm:t>
    </dgm:pt>
    <dgm:pt modelId="{DD3273E0-B11E-479A-8952-BD8D6136E6BB}">
      <dgm:prSet/>
      <dgm:spPr/>
      <dgm:t>
        <a:bodyPr/>
        <a:lstStyle/>
        <a:p>
          <a:r>
            <a:rPr lang="pt-PT" noProof="0" dirty="0"/>
            <a:t>Próximos passos:</a:t>
          </a:r>
        </a:p>
      </dgm:t>
    </dgm:pt>
    <dgm:pt modelId="{36E02363-40E1-4A3A-87A2-842692C1A1DB}" type="parTrans" cxnId="{118D1896-4BB1-4534-A4AC-4121A14F858A}">
      <dgm:prSet/>
      <dgm:spPr/>
      <dgm:t>
        <a:bodyPr/>
        <a:lstStyle/>
        <a:p>
          <a:endParaRPr lang="en-US"/>
        </a:p>
      </dgm:t>
    </dgm:pt>
    <dgm:pt modelId="{6F8FBA58-7B8C-433A-8754-53DAB74946F4}" type="sibTrans" cxnId="{118D1896-4BB1-4534-A4AC-4121A14F858A}">
      <dgm:prSet/>
      <dgm:spPr/>
      <dgm:t>
        <a:bodyPr/>
        <a:lstStyle/>
        <a:p>
          <a:endParaRPr lang="en-US"/>
        </a:p>
      </dgm:t>
    </dgm:pt>
    <dgm:pt modelId="{283E247F-42B6-4C15-AB5B-347D34F4016C}">
      <dgm:prSet/>
      <dgm:spPr/>
      <dgm:t>
        <a:bodyPr/>
        <a:lstStyle/>
        <a:p>
          <a:r>
            <a:rPr lang="pt-PT" noProof="0" dirty="0"/>
            <a:t>Construir uma primeira versão funcional da plataforma (Versão inicial) com foco em quartos para estudantes da </a:t>
          </a:r>
          <a:r>
            <a:rPr lang="pt-PT" noProof="0" dirty="0" err="1"/>
            <a:t>UAlg</a:t>
          </a:r>
          <a:r>
            <a:rPr lang="pt-PT" noProof="0" dirty="0"/>
            <a:t>.</a:t>
          </a:r>
        </a:p>
      </dgm:t>
    </dgm:pt>
    <dgm:pt modelId="{AE2B47DA-2583-49A0-B73B-C9542FF412EB}" type="parTrans" cxnId="{8027F39F-DA9C-4257-9A19-D7CB189CF451}">
      <dgm:prSet/>
      <dgm:spPr/>
      <dgm:t>
        <a:bodyPr/>
        <a:lstStyle/>
        <a:p>
          <a:endParaRPr lang="en-US"/>
        </a:p>
      </dgm:t>
    </dgm:pt>
    <dgm:pt modelId="{B1ED0B3F-370D-4734-8C2C-7C92D02C7925}" type="sibTrans" cxnId="{8027F39F-DA9C-4257-9A19-D7CB189CF451}">
      <dgm:prSet/>
      <dgm:spPr/>
      <dgm:t>
        <a:bodyPr/>
        <a:lstStyle/>
        <a:p>
          <a:endParaRPr lang="en-US"/>
        </a:p>
      </dgm:t>
    </dgm:pt>
    <dgm:pt modelId="{63B7AE4A-6C83-4ED2-83F3-6743AC2F6521}">
      <dgm:prSet/>
      <dgm:spPr/>
      <dgm:t>
        <a:bodyPr/>
        <a:lstStyle/>
        <a:p>
          <a:r>
            <a:rPr lang="pt-PT" noProof="0" dirty="0"/>
            <a:t>Angariar um conjunto inicial de senhorios e estudantes para o piloto.</a:t>
          </a:r>
        </a:p>
      </dgm:t>
    </dgm:pt>
    <dgm:pt modelId="{59927DE1-B649-4580-8495-2265F0FF3EBF}" type="parTrans" cxnId="{83480A48-D89F-4686-9EE6-39AE35352A1A}">
      <dgm:prSet/>
      <dgm:spPr/>
      <dgm:t>
        <a:bodyPr/>
        <a:lstStyle/>
        <a:p>
          <a:endParaRPr lang="en-US"/>
        </a:p>
      </dgm:t>
    </dgm:pt>
    <dgm:pt modelId="{19AA5AC3-3235-492F-AB0A-B460E8BDD7FA}" type="sibTrans" cxnId="{83480A48-D89F-4686-9EE6-39AE35352A1A}">
      <dgm:prSet/>
      <dgm:spPr/>
      <dgm:t>
        <a:bodyPr/>
        <a:lstStyle/>
        <a:p>
          <a:endParaRPr lang="en-US"/>
        </a:p>
      </dgm:t>
    </dgm:pt>
    <dgm:pt modelId="{D40A79B2-9E16-4449-88E2-D0CB11E19235}">
      <dgm:prSet/>
      <dgm:spPr/>
      <dgm:t>
        <a:bodyPr/>
        <a:lstStyle/>
        <a:p>
          <a:r>
            <a:rPr lang="pt-PT" noProof="0" dirty="0"/>
            <a:t>Recolher feedback e iterar rapidamente sobre funcionalidades chave (filtros, mensagens, verificação de anúncios).</a:t>
          </a:r>
        </a:p>
      </dgm:t>
    </dgm:pt>
    <dgm:pt modelId="{F5B45304-B961-4F2A-88F9-AC38F73A1A1C}" type="parTrans" cxnId="{75ED07A6-DEA9-49A2-9488-D5208490CBE1}">
      <dgm:prSet/>
      <dgm:spPr/>
      <dgm:t>
        <a:bodyPr/>
        <a:lstStyle/>
        <a:p>
          <a:endParaRPr lang="en-US"/>
        </a:p>
      </dgm:t>
    </dgm:pt>
    <dgm:pt modelId="{E60F3A66-FC98-4B0A-ACD0-8B22452B6A54}" type="sibTrans" cxnId="{75ED07A6-DEA9-49A2-9488-D5208490CBE1}">
      <dgm:prSet/>
      <dgm:spPr/>
      <dgm:t>
        <a:bodyPr/>
        <a:lstStyle/>
        <a:p>
          <a:endParaRPr lang="en-US"/>
        </a:p>
      </dgm:t>
    </dgm:pt>
    <dgm:pt modelId="{0739FCFE-5E9C-4310-B56B-F54AA193D512}">
      <dgm:prSet/>
      <dgm:spPr/>
      <dgm:t>
        <a:bodyPr/>
        <a:lstStyle/>
        <a:p>
          <a:r>
            <a:rPr lang="pt-PT" noProof="0" dirty="0"/>
            <a:t>Iniciar contactos formais com a Associação Académica e estruturas da </a:t>
          </a:r>
          <a:r>
            <a:rPr lang="pt-PT" noProof="0" dirty="0" err="1"/>
            <a:t>UAlg</a:t>
          </a:r>
          <a:r>
            <a:rPr lang="pt-PT" noProof="0" dirty="0"/>
            <a:t>.</a:t>
          </a:r>
        </a:p>
      </dgm:t>
    </dgm:pt>
    <dgm:pt modelId="{E97B0D5F-C0CE-4795-8AEE-B8C22C438FAC}" type="parTrans" cxnId="{616FB42C-9D2C-447A-9C58-5335CEDA9369}">
      <dgm:prSet/>
      <dgm:spPr/>
      <dgm:t>
        <a:bodyPr/>
        <a:lstStyle/>
        <a:p>
          <a:endParaRPr lang="en-US"/>
        </a:p>
      </dgm:t>
    </dgm:pt>
    <dgm:pt modelId="{3EE47C13-92E5-4514-B9F0-8970C11C0869}" type="sibTrans" cxnId="{616FB42C-9D2C-447A-9C58-5335CEDA9369}">
      <dgm:prSet/>
      <dgm:spPr/>
      <dgm:t>
        <a:bodyPr/>
        <a:lstStyle/>
        <a:p>
          <a:endParaRPr lang="en-US"/>
        </a:p>
      </dgm:t>
    </dgm:pt>
    <dgm:pt modelId="{11CAE4C5-CCC4-4C30-BADA-EDAFAC7B152D}">
      <dgm:prSet/>
      <dgm:spPr/>
      <dgm:t>
        <a:bodyPr/>
        <a:lstStyle/>
        <a:p>
          <a:r>
            <a:rPr lang="pt-PT" noProof="0" dirty="0"/>
            <a:t>Métricas a acompanhar:</a:t>
          </a:r>
        </a:p>
      </dgm:t>
    </dgm:pt>
    <dgm:pt modelId="{27F27251-0085-406E-8D24-EFA7230E59FB}" type="parTrans" cxnId="{85A044E9-39FB-4EF9-9BAA-168C38E8E0CC}">
      <dgm:prSet/>
      <dgm:spPr/>
      <dgm:t>
        <a:bodyPr/>
        <a:lstStyle/>
        <a:p>
          <a:endParaRPr lang="en-US"/>
        </a:p>
      </dgm:t>
    </dgm:pt>
    <dgm:pt modelId="{A2362622-7B0A-4012-AE2C-A67E811DBFC1}" type="sibTrans" cxnId="{85A044E9-39FB-4EF9-9BAA-168C38E8E0CC}">
      <dgm:prSet/>
      <dgm:spPr/>
      <dgm:t>
        <a:bodyPr/>
        <a:lstStyle/>
        <a:p>
          <a:endParaRPr lang="en-US"/>
        </a:p>
      </dgm:t>
    </dgm:pt>
    <dgm:pt modelId="{1C5EF82C-71CA-4563-9F4A-936F8E2778A4}">
      <dgm:prSet/>
      <dgm:spPr/>
      <dgm:t>
        <a:bodyPr/>
        <a:lstStyle/>
        <a:p>
          <a:r>
            <a:rPr lang="pt-PT" noProof="0" dirty="0"/>
            <a:t>Nº de anúncios ativos.</a:t>
          </a:r>
        </a:p>
      </dgm:t>
    </dgm:pt>
    <dgm:pt modelId="{184B3929-E5D8-47B8-9415-5A4D13C79D84}" type="parTrans" cxnId="{453B8126-CB05-48F5-805D-77ACAA9680D4}">
      <dgm:prSet/>
      <dgm:spPr/>
      <dgm:t>
        <a:bodyPr/>
        <a:lstStyle/>
        <a:p>
          <a:endParaRPr lang="en-US"/>
        </a:p>
      </dgm:t>
    </dgm:pt>
    <dgm:pt modelId="{444B2B5C-4395-4D0C-9C2B-9560C51EBDCA}" type="sibTrans" cxnId="{453B8126-CB05-48F5-805D-77ACAA9680D4}">
      <dgm:prSet/>
      <dgm:spPr/>
      <dgm:t>
        <a:bodyPr/>
        <a:lstStyle/>
        <a:p>
          <a:endParaRPr lang="en-US"/>
        </a:p>
      </dgm:t>
    </dgm:pt>
    <dgm:pt modelId="{1769C780-DAF3-4A22-A5E4-B2C4D9F4848B}">
      <dgm:prSet/>
      <dgm:spPr/>
      <dgm:t>
        <a:bodyPr/>
        <a:lstStyle/>
        <a:p>
          <a:r>
            <a:rPr lang="pt-PT" noProof="0" dirty="0"/>
            <a:t>Nº de estudantes registados.</a:t>
          </a:r>
        </a:p>
      </dgm:t>
    </dgm:pt>
    <dgm:pt modelId="{77500DC3-1C94-4D25-962C-8EC48BB50147}" type="parTrans" cxnId="{590FB183-4653-489E-B1C3-905292CAD27F}">
      <dgm:prSet/>
      <dgm:spPr/>
      <dgm:t>
        <a:bodyPr/>
        <a:lstStyle/>
        <a:p>
          <a:endParaRPr lang="en-US"/>
        </a:p>
      </dgm:t>
    </dgm:pt>
    <dgm:pt modelId="{38787400-9028-4ED6-A296-79ECECCD5585}" type="sibTrans" cxnId="{590FB183-4653-489E-B1C3-905292CAD27F}">
      <dgm:prSet/>
      <dgm:spPr/>
      <dgm:t>
        <a:bodyPr/>
        <a:lstStyle/>
        <a:p>
          <a:endParaRPr lang="en-US"/>
        </a:p>
      </dgm:t>
    </dgm:pt>
    <dgm:pt modelId="{8CC85E67-962F-49EB-BCC6-385076A99BDA}">
      <dgm:prSet/>
      <dgm:spPr/>
      <dgm:t>
        <a:bodyPr/>
        <a:lstStyle/>
        <a:p>
          <a:r>
            <a:rPr lang="pt-PT" noProof="0" dirty="0"/>
            <a:t>Nº de contactos estudante–senhorio através da plataforma.</a:t>
          </a:r>
        </a:p>
      </dgm:t>
    </dgm:pt>
    <dgm:pt modelId="{FBA01D19-22C9-439E-AD6F-5D455036DDD8}" type="parTrans" cxnId="{52A499CF-1434-4D65-B79A-EB5688F60D37}">
      <dgm:prSet/>
      <dgm:spPr/>
      <dgm:t>
        <a:bodyPr/>
        <a:lstStyle/>
        <a:p>
          <a:endParaRPr lang="en-US"/>
        </a:p>
      </dgm:t>
    </dgm:pt>
    <dgm:pt modelId="{3A8E3817-6F22-4BD2-86D6-6A0F96644607}" type="sibTrans" cxnId="{52A499CF-1434-4D65-B79A-EB5688F60D37}">
      <dgm:prSet/>
      <dgm:spPr/>
      <dgm:t>
        <a:bodyPr/>
        <a:lstStyle/>
        <a:p>
          <a:endParaRPr lang="en-US"/>
        </a:p>
      </dgm:t>
    </dgm:pt>
    <dgm:pt modelId="{CC6F2F1F-7398-4627-A516-4E8CC25B4C77}">
      <dgm:prSet/>
      <dgm:spPr/>
      <dgm:t>
        <a:bodyPr/>
        <a:lstStyle/>
        <a:p>
          <a:r>
            <a:rPr lang="pt-PT" noProof="0" dirty="0"/>
            <a:t>Taxa de conversão de anúncio em arrendamento efetivo.</a:t>
          </a:r>
        </a:p>
      </dgm:t>
    </dgm:pt>
    <dgm:pt modelId="{763D37C7-8A24-4A3E-8F10-851F10FF115E}" type="parTrans" cxnId="{297805C5-54D9-4FA1-B107-984FADECA81F}">
      <dgm:prSet/>
      <dgm:spPr/>
      <dgm:t>
        <a:bodyPr/>
        <a:lstStyle/>
        <a:p>
          <a:endParaRPr lang="en-US"/>
        </a:p>
      </dgm:t>
    </dgm:pt>
    <dgm:pt modelId="{55F5F0A3-CA9C-4284-9658-9FB48E74E41C}" type="sibTrans" cxnId="{297805C5-54D9-4FA1-B107-984FADECA81F}">
      <dgm:prSet/>
      <dgm:spPr/>
      <dgm:t>
        <a:bodyPr/>
        <a:lstStyle/>
        <a:p>
          <a:endParaRPr lang="en-US"/>
        </a:p>
      </dgm:t>
    </dgm:pt>
    <dgm:pt modelId="{46404BA1-78E2-4802-AB05-C6E738DDDAD1}">
      <dgm:prSet/>
      <dgm:spPr/>
      <dgm:t>
        <a:bodyPr/>
        <a:lstStyle/>
        <a:p>
          <a:r>
            <a:rPr lang="pt-PT" noProof="0" dirty="0"/>
            <a:t>Nível de satisfação dos utilizadores (inquéritos/feedback).</a:t>
          </a:r>
        </a:p>
      </dgm:t>
    </dgm:pt>
    <dgm:pt modelId="{2E4DD4C1-6009-4EA6-A376-6FBD073A6C1C}" type="parTrans" cxnId="{ACD10C59-FD44-4AC8-97C9-6D4230E2EDBA}">
      <dgm:prSet/>
      <dgm:spPr/>
      <dgm:t>
        <a:bodyPr/>
        <a:lstStyle/>
        <a:p>
          <a:endParaRPr lang="en-US"/>
        </a:p>
      </dgm:t>
    </dgm:pt>
    <dgm:pt modelId="{6CE86F2C-A31F-4794-9E29-D70CBAAABC4F}" type="sibTrans" cxnId="{ACD10C59-FD44-4AC8-97C9-6D4230E2EDBA}">
      <dgm:prSet/>
      <dgm:spPr/>
      <dgm:t>
        <a:bodyPr/>
        <a:lstStyle/>
        <a:p>
          <a:endParaRPr lang="en-US"/>
        </a:p>
      </dgm:t>
    </dgm:pt>
    <dgm:pt modelId="{75EFDD66-2133-4230-9E05-CF9C4DADE4FC}" type="pres">
      <dgm:prSet presAssocID="{DDCE97B4-CD5F-4BA1-A7F8-708CD9A5A0DF}" presName="linear" presStyleCnt="0">
        <dgm:presLayoutVars>
          <dgm:animLvl val="lvl"/>
          <dgm:resizeHandles val="exact"/>
        </dgm:presLayoutVars>
      </dgm:prSet>
      <dgm:spPr/>
    </dgm:pt>
    <dgm:pt modelId="{BE306EC9-173D-497A-9B6F-C2B8F924341C}" type="pres">
      <dgm:prSet presAssocID="{9CC2103B-E254-470D-B497-AF03D9036BD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7448F70-1940-4791-976A-F6636807F148}" type="pres">
      <dgm:prSet presAssocID="{E46B96A3-99DF-4654-A7A1-514E70ACC62B}" presName="spacer" presStyleCnt="0"/>
      <dgm:spPr/>
    </dgm:pt>
    <dgm:pt modelId="{CCFC7EEB-7007-4E4E-A344-703D04FCE348}" type="pres">
      <dgm:prSet presAssocID="{DD3273E0-B11E-479A-8952-BD8D6136E6B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E778406-3B4E-4A68-ADD1-3DC5165A0CF1}" type="pres">
      <dgm:prSet presAssocID="{DD3273E0-B11E-479A-8952-BD8D6136E6BB}" presName="childText" presStyleLbl="revTx" presStyleIdx="0" presStyleCnt="2">
        <dgm:presLayoutVars>
          <dgm:bulletEnabled val="1"/>
        </dgm:presLayoutVars>
      </dgm:prSet>
      <dgm:spPr/>
    </dgm:pt>
    <dgm:pt modelId="{10E6D3C5-529D-418F-9CCE-FB3AD5F79545}" type="pres">
      <dgm:prSet presAssocID="{11CAE4C5-CCC4-4C30-BADA-EDAFAC7B152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531C502-1F0E-4F46-B0DB-B503429B1EDF}" type="pres">
      <dgm:prSet presAssocID="{11CAE4C5-CCC4-4C30-BADA-EDAFAC7B152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08342A19-D17A-4AF2-AC07-8E5E5BAD5C67}" type="presOf" srcId="{9CC2103B-E254-470D-B497-AF03D9036BD6}" destId="{BE306EC9-173D-497A-9B6F-C2B8F924341C}" srcOrd="0" destOrd="0" presId="urn:microsoft.com/office/officeart/2005/8/layout/vList2"/>
    <dgm:cxn modelId="{453B8126-CB05-48F5-805D-77ACAA9680D4}" srcId="{11CAE4C5-CCC4-4C30-BADA-EDAFAC7B152D}" destId="{1C5EF82C-71CA-4563-9F4A-936F8E2778A4}" srcOrd="0" destOrd="0" parTransId="{184B3929-E5D8-47B8-9415-5A4D13C79D84}" sibTransId="{444B2B5C-4395-4D0C-9C2B-9560C51EBDCA}"/>
    <dgm:cxn modelId="{616FB42C-9D2C-447A-9C58-5335CEDA9369}" srcId="{DD3273E0-B11E-479A-8952-BD8D6136E6BB}" destId="{0739FCFE-5E9C-4310-B56B-F54AA193D512}" srcOrd="3" destOrd="0" parTransId="{E97B0D5F-C0CE-4795-8AEE-B8C22C438FAC}" sibTransId="{3EE47C13-92E5-4514-B9F0-8970C11C0869}"/>
    <dgm:cxn modelId="{DCADC55F-312C-437F-982C-72B38B7A4CCE}" srcId="{DDCE97B4-CD5F-4BA1-A7F8-708CD9A5A0DF}" destId="{9CC2103B-E254-470D-B497-AF03D9036BD6}" srcOrd="0" destOrd="0" parTransId="{59107BE4-EDF9-4143-ADAE-DAD353918CE3}" sibTransId="{E46B96A3-99DF-4654-A7A1-514E70ACC62B}"/>
    <dgm:cxn modelId="{83480A48-D89F-4686-9EE6-39AE35352A1A}" srcId="{DD3273E0-B11E-479A-8952-BD8D6136E6BB}" destId="{63B7AE4A-6C83-4ED2-83F3-6743AC2F6521}" srcOrd="1" destOrd="0" parTransId="{59927DE1-B649-4580-8495-2265F0FF3EBF}" sibTransId="{19AA5AC3-3235-492F-AB0A-B460E8BDD7FA}"/>
    <dgm:cxn modelId="{ACD10C59-FD44-4AC8-97C9-6D4230E2EDBA}" srcId="{11CAE4C5-CCC4-4C30-BADA-EDAFAC7B152D}" destId="{46404BA1-78E2-4802-AB05-C6E738DDDAD1}" srcOrd="4" destOrd="0" parTransId="{2E4DD4C1-6009-4EA6-A376-6FBD073A6C1C}" sibTransId="{6CE86F2C-A31F-4794-9E29-D70CBAAABC4F}"/>
    <dgm:cxn modelId="{A882147F-266A-4637-B4AD-152DA687E1A4}" type="presOf" srcId="{DDCE97B4-CD5F-4BA1-A7F8-708CD9A5A0DF}" destId="{75EFDD66-2133-4230-9E05-CF9C4DADE4FC}" srcOrd="0" destOrd="0" presId="urn:microsoft.com/office/officeart/2005/8/layout/vList2"/>
    <dgm:cxn modelId="{590FB183-4653-489E-B1C3-905292CAD27F}" srcId="{11CAE4C5-CCC4-4C30-BADA-EDAFAC7B152D}" destId="{1769C780-DAF3-4A22-A5E4-B2C4D9F4848B}" srcOrd="1" destOrd="0" parTransId="{77500DC3-1C94-4D25-962C-8EC48BB50147}" sibTransId="{38787400-9028-4ED6-A296-79ECECCD5585}"/>
    <dgm:cxn modelId="{BF66608E-92A8-4E7B-8E85-B5291548C77D}" type="presOf" srcId="{11CAE4C5-CCC4-4C30-BADA-EDAFAC7B152D}" destId="{10E6D3C5-529D-418F-9CCE-FB3AD5F79545}" srcOrd="0" destOrd="0" presId="urn:microsoft.com/office/officeart/2005/8/layout/vList2"/>
    <dgm:cxn modelId="{118D1896-4BB1-4534-A4AC-4121A14F858A}" srcId="{DDCE97B4-CD5F-4BA1-A7F8-708CD9A5A0DF}" destId="{DD3273E0-B11E-479A-8952-BD8D6136E6BB}" srcOrd="1" destOrd="0" parTransId="{36E02363-40E1-4A3A-87A2-842692C1A1DB}" sibTransId="{6F8FBA58-7B8C-433A-8754-53DAB74946F4}"/>
    <dgm:cxn modelId="{8027F39F-DA9C-4257-9A19-D7CB189CF451}" srcId="{DD3273E0-B11E-479A-8952-BD8D6136E6BB}" destId="{283E247F-42B6-4C15-AB5B-347D34F4016C}" srcOrd="0" destOrd="0" parTransId="{AE2B47DA-2583-49A0-B73B-C9542FF412EB}" sibTransId="{B1ED0B3F-370D-4734-8C2C-7C92D02C7925}"/>
    <dgm:cxn modelId="{E4F5CBA1-DDE8-4B60-A73A-05E3D6547A48}" type="presOf" srcId="{D40A79B2-9E16-4449-88E2-D0CB11E19235}" destId="{3E778406-3B4E-4A68-ADD1-3DC5165A0CF1}" srcOrd="0" destOrd="2" presId="urn:microsoft.com/office/officeart/2005/8/layout/vList2"/>
    <dgm:cxn modelId="{E9B58EA4-8B28-417A-A577-DFA726A61D58}" type="presOf" srcId="{8CC85E67-962F-49EB-BCC6-385076A99BDA}" destId="{E531C502-1F0E-4F46-B0DB-B503429B1EDF}" srcOrd="0" destOrd="2" presId="urn:microsoft.com/office/officeart/2005/8/layout/vList2"/>
    <dgm:cxn modelId="{75ED07A6-DEA9-49A2-9488-D5208490CBE1}" srcId="{DD3273E0-B11E-479A-8952-BD8D6136E6BB}" destId="{D40A79B2-9E16-4449-88E2-D0CB11E19235}" srcOrd="2" destOrd="0" parTransId="{F5B45304-B961-4F2A-88F9-AC38F73A1A1C}" sibTransId="{E60F3A66-FC98-4B0A-ACD0-8B22452B6A54}"/>
    <dgm:cxn modelId="{21308AA7-1D05-43F5-A272-E0A9BA63A0C4}" type="presOf" srcId="{CC6F2F1F-7398-4627-A516-4E8CC25B4C77}" destId="{E531C502-1F0E-4F46-B0DB-B503429B1EDF}" srcOrd="0" destOrd="3" presId="urn:microsoft.com/office/officeart/2005/8/layout/vList2"/>
    <dgm:cxn modelId="{297805C5-54D9-4FA1-B107-984FADECA81F}" srcId="{11CAE4C5-CCC4-4C30-BADA-EDAFAC7B152D}" destId="{CC6F2F1F-7398-4627-A516-4E8CC25B4C77}" srcOrd="3" destOrd="0" parTransId="{763D37C7-8A24-4A3E-8F10-851F10FF115E}" sibTransId="{55F5F0A3-CA9C-4284-9658-9FB48E74E41C}"/>
    <dgm:cxn modelId="{9E76AAC5-D450-49D4-9D84-3C7DDAA0C81F}" type="presOf" srcId="{283E247F-42B6-4C15-AB5B-347D34F4016C}" destId="{3E778406-3B4E-4A68-ADD1-3DC5165A0CF1}" srcOrd="0" destOrd="0" presId="urn:microsoft.com/office/officeart/2005/8/layout/vList2"/>
    <dgm:cxn modelId="{E304FAC8-D9E7-4C7E-ADAA-C79440B62B4C}" type="presOf" srcId="{0739FCFE-5E9C-4310-B56B-F54AA193D512}" destId="{3E778406-3B4E-4A68-ADD1-3DC5165A0CF1}" srcOrd="0" destOrd="3" presId="urn:microsoft.com/office/officeart/2005/8/layout/vList2"/>
    <dgm:cxn modelId="{91B933CC-94E6-4734-84A8-169314740B25}" type="presOf" srcId="{63B7AE4A-6C83-4ED2-83F3-6743AC2F6521}" destId="{3E778406-3B4E-4A68-ADD1-3DC5165A0CF1}" srcOrd="0" destOrd="1" presId="urn:microsoft.com/office/officeart/2005/8/layout/vList2"/>
    <dgm:cxn modelId="{52A499CF-1434-4D65-B79A-EB5688F60D37}" srcId="{11CAE4C5-CCC4-4C30-BADA-EDAFAC7B152D}" destId="{8CC85E67-962F-49EB-BCC6-385076A99BDA}" srcOrd="2" destOrd="0" parTransId="{FBA01D19-22C9-439E-AD6F-5D455036DDD8}" sibTransId="{3A8E3817-6F22-4BD2-86D6-6A0F96644607}"/>
    <dgm:cxn modelId="{ACC5B1D7-DAD8-4B91-BC96-FC8C0AA4787E}" type="presOf" srcId="{46404BA1-78E2-4802-AB05-C6E738DDDAD1}" destId="{E531C502-1F0E-4F46-B0DB-B503429B1EDF}" srcOrd="0" destOrd="4" presId="urn:microsoft.com/office/officeart/2005/8/layout/vList2"/>
    <dgm:cxn modelId="{CD804BE2-B9B1-429D-900C-0B1CEE0BA989}" type="presOf" srcId="{1C5EF82C-71CA-4563-9F4A-936F8E2778A4}" destId="{E531C502-1F0E-4F46-B0DB-B503429B1EDF}" srcOrd="0" destOrd="0" presId="urn:microsoft.com/office/officeart/2005/8/layout/vList2"/>
    <dgm:cxn modelId="{85A044E9-39FB-4EF9-9BAA-168C38E8E0CC}" srcId="{DDCE97B4-CD5F-4BA1-A7F8-708CD9A5A0DF}" destId="{11CAE4C5-CCC4-4C30-BADA-EDAFAC7B152D}" srcOrd="2" destOrd="0" parTransId="{27F27251-0085-406E-8D24-EFA7230E59FB}" sibTransId="{A2362622-7B0A-4012-AE2C-A67E811DBFC1}"/>
    <dgm:cxn modelId="{316E81EB-3478-49D4-BBE3-7A71CFEA3ACF}" type="presOf" srcId="{DD3273E0-B11E-479A-8952-BD8D6136E6BB}" destId="{CCFC7EEB-7007-4E4E-A344-703D04FCE348}" srcOrd="0" destOrd="0" presId="urn:microsoft.com/office/officeart/2005/8/layout/vList2"/>
    <dgm:cxn modelId="{5B5F2EF2-46DF-4769-83C0-4D2322E8A510}" type="presOf" srcId="{1769C780-DAF3-4A22-A5E4-B2C4D9F4848B}" destId="{E531C502-1F0E-4F46-B0DB-B503429B1EDF}" srcOrd="0" destOrd="1" presId="urn:microsoft.com/office/officeart/2005/8/layout/vList2"/>
    <dgm:cxn modelId="{3F0389C7-064E-4079-8A14-2A6DF3A5374C}" type="presParOf" srcId="{75EFDD66-2133-4230-9E05-CF9C4DADE4FC}" destId="{BE306EC9-173D-497A-9B6F-C2B8F924341C}" srcOrd="0" destOrd="0" presId="urn:microsoft.com/office/officeart/2005/8/layout/vList2"/>
    <dgm:cxn modelId="{2644C3E5-766D-4611-BCBC-E04A4968C5C8}" type="presParOf" srcId="{75EFDD66-2133-4230-9E05-CF9C4DADE4FC}" destId="{C7448F70-1940-4791-976A-F6636807F148}" srcOrd="1" destOrd="0" presId="urn:microsoft.com/office/officeart/2005/8/layout/vList2"/>
    <dgm:cxn modelId="{6A196F1D-9150-4ED8-9973-CE64B8D59112}" type="presParOf" srcId="{75EFDD66-2133-4230-9E05-CF9C4DADE4FC}" destId="{CCFC7EEB-7007-4E4E-A344-703D04FCE348}" srcOrd="2" destOrd="0" presId="urn:microsoft.com/office/officeart/2005/8/layout/vList2"/>
    <dgm:cxn modelId="{DBD4EF1D-A21B-4B49-A6E1-B4E62ABBE954}" type="presParOf" srcId="{75EFDD66-2133-4230-9E05-CF9C4DADE4FC}" destId="{3E778406-3B4E-4A68-ADD1-3DC5165A0CF1}" srcOrd="3" destOrd="0" presId="urn:microsoft.com/office/officeart/2005/8/layout/vList2"/>
    <dgm:cxn modelId="{03CD78C8-6D51-4B27-BFAF-4FC63A22D4AD}" type="presParOf" srcId="{75EFDD66-2133-4230-9E05-CF9C4DADE4FC}" destId="{10E6D3C5-529D-418F-9CCE-FB3AD5F79545}" srcOrd="4" destOrd="0" presId="urn:microsoft.com/office/officeart/2005/8/layout/vList2"/>
    <dgm:cxn modelId="{D05432C2-C473-4151-84F4-456513985B02}" type="presParOf" srcId="{75EFDD66-2133-4230-9E05-CF9C4DADE4FC}" destId="{E531C502-1F0E-4F46-B0DB-B503429B1EDF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CB4EFD-5E35-4C13-B00E-B569624332BC}">
      <dsp:nvSpPr>
        <dsp:cNvPr id="0" name=""/>
        <dsp:cNvSpPr/>
      </dsp:nvSpPr>
      <dsp:spPr>
        <a:xfrm>
          <a:off x="0" y="3044"/>
          <a:ext cx="16281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E35416-9A41-40B3-BF3C-62CDAABB6118}">
      <dsp:nvSpPr>
        <dsp:cNvPr id="0" name=""/>
        <dsp:cNvSpPr/>
      </dsp:nvSpPr>
      <dsp:spPr>
        <a:xfrm>
          <a:off x="0" y="3044"/>
          <a:ext cx="16281400" cy="2076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300" kern="1200" noProof="0" dirty="0"/>
            <a:t>Estudantes universitários em Portugal enfrentam enormes dificuldades para encontrar alojamento acessível, seguro e perto da universidade.</a:t>
          </a:r>
        </a:p>
      </dsp:txBody>
      <dsp:txXfrm>
        <a:off x="0" y="3044"/>
        <a:ext cx="16281400" cy="2076114"/>
      </dsp:txXfrm>
    </dsp:sp>
    <dsp:sp modelId="{3AE20D63-220D-472F-A702-C6FA89C90B0B}">
      <dsp:nvSpPr>
        <dsp:cNvPr id="0" name=""/>
        <dsp:cNvSpPr/>
      </dsp:nvSpPr>
      <dsp:spPr>
        <a:xfrm>
          <a:off x="0" y="2079158"/>
          <a:ext cx="16281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0CC2EA-28DF-4CC8-B98D-4640C0A463AF}">
      <dsp:nvSpPr>
        <dsp:cNvPr id="0" name=""/>
        <dsp:cNvSpPr/>
      </dsp:nvSpPr>
      <dsp:spPr>
        <a:xfrm>
          <a:off x="0" y="2079158"/>
          <a:ext cx="16281400" cy="2076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300" kern="1200" noProof="0" dirty="0"/>
            <a:t>Em média 40% dos estudantes em Portugal relatam dificuldades em encontrar alojamento.</a:t>
          </a:r>
        </a:p>
      </dsp:txBody>
      <dsp:txXfrm>
        <a:off x="0" y="2079158"/>
        <a:ext cx="16281400" cy="2076114"/>
      </dsp:txXfrm>
    </dsp:sp>
    <dsp:sp modelId="{5CECC98F-3A4A-4F5B-A38D-489680DCCD11}">
      <dsp:nvSpPr>
        <dsp:cNvPr id="0" name=""/>
        <dsp:cNvSpPr/>
      </dsp:nvSpPr>
      <dsp:spPr>
        <a:xfrm>
          <a:off x="0" y="4155272"/>
          <a:ext cx="16281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F1EC2-16C7-422C-96C7-F702394C3715}">
      <dsp:nvSpPr>
        <dsp:cNvPr id="0" name=""/>
        <dsp:cNvSpPr/>
      </dsp:nvSpPr>
      <dsp:spPr>
        <a:xfrm>
          <a:off x="0" y="4155272"/>
          <a:ext cx="16281400" cy="2076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300" kern="1200" noProof="0" dirty="0"/>
            <a:t>É um problema grande, que precisa de uma solução feita especificamente para estudantes.</a:t>
          </a:r>
        </a:p>
      </dsp:txBody>
      <dsp:txXfrm>
        <a:off x="0" y="4155272"/>
        <a:ext cx="16281400" cy="20761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543F8-3D2D-46AD-A15E-73C20391BF61}">
      <dsp:nvSpPr>
        <dsp:cNvPr id="0" name=""/>
        <dsp:cNvSpPr/>
      </dsp:nvSpPr>
      <dsp:spPr>
        <a:xfrm>
          <a:off x="0" y="1419556"/>
          <a:ext cx="4295001" cy="2727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514886-0A73-479B-BCF6-CCB7CDD16A89}">
      <dsp:nvSpPr>
        <dsp:cNvPr id="0" name=""/>
        <dsp:cNvSpPr/>
      </dsp:nvSpPr>
      <dsp:spPr>
        <a:xfrm>
          <a:off x="477222" y="1872917"/>
          <a:ext cx="4295001" cy="2727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500" kern="1200" noProof="0" dirty="0"/>
            <a:t>Dificuldade em encontrar alojamento.</a:t>
          </a:r>
        </a:p>
      </dsp:txBody>
      <dsp:txXfrm>
        <a:off x="557103" y="1952798"/>
        <a:ext cx="4135239" cy="2567563"/>
      </dsp:txXfrm>
    </dsp:sp>
    <dsp:sp modelId="{8D46E643-D55C-4F18-8F09-143071D42416}">
      <dsp:nvSpPr>
        <dsp:cNvPr id="0" name=""/>
        <dsp:cNvSpPr/>
      </dsp:nvSpPr>
      <dsp:spPr>
        <a:xfrm>
          <a:off x="5249445" y="1419556"/>
          <a:ext cx="4295001" cy="2727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3C9F1B-F40A-4EE4-BB63-4C9DEDAD99D5}">
      <dsp:nvSpPr>
        <dsp:cNvPr id="0" name=""/>
        <dsp:cNvSpPr/>
      </dsp:nvSpPr>
      <dsp:spPr>
        <a:xfrm>
          <a:off x="5726668" y="1872917"/>
          <a:ext cx="4295001" cy="2727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500" kern="1200" noProof="0" dirty="0"/>
            <a:t>As plataformas atuais não são totalmente direcionadas a estudantes.</a:t>
          </a:r>
        </a:p>
      </dsp:txBody>
      <dsp:txXfrm>
        <a:off x="5806549" y="1952798"/>
        <a:ext cx="4135239" cy="2567563"/>
      </dsp:txXfrm>
    </dsp:sp>
    <dsp:sp modelId="{8EE4F1F9-CB5A-4266-A7B4-BE7D5677092F}">
      <dsp:nvSpPr>
        <dsp:cNvPr id="0" name=""/>
        <dsp:cNvSpPr/>
      </dsp:nvSpPr>
      <dsp:spPr>
        <a:xfrm>
          <a:off x="10498891" y="1419556"/>
          <a:ext cx="4295001" cy="2727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200FB-D217-4638-B4EE-4A1F32D24C66}">
      <dsp:nvSpPr>
        <dsp:cNvPr id="0" name=""/>
        <dsp:cNvSpPr/>
      </dsp:nvSpPr>
      <dsp:spPr>
        <a:xfrm>
          <a:off x="10976113" y="1872917"/>
          <a:ext cx="4295001" cy="2727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500" kern="1200" noProof="0" dirty="0"/>
            <a:t>Processo pouco seguro e sujeito a burlas.</a:t>
          </a:r>
        </a:p>
      </dsp:txBody>
      <dsp:txXfrm>
        <a:off x="11055994" y="1952798"/>
        <a:ext cx="4135239" cy="25675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9B4821-F4DF-43D5-B348-D4237DE2107A}">
      <dsp:nvSpPr>
        <dsp:cNvPr id="0" name=""/>
        <dsp:cNvSpPr/>
      </dsp:nvSpPr>
      <dsp:spPr>
        <a:xfrm>
          <a:off x="0" y="52663"/>
          <a:ext cx="1577340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600" kern="1200" noProof="0" dirty="0"/>
            <a:t>Fontes de Receita:</a:t>
          </a:r>
        </a:p>
      </dsp:txBody>
      <dsp:txXfrm>
        <a:off x="42151" y="94814"/>
        <a:ext cx="15689098" cy="779158"/>
      </dsp:txXfrm>
    </dsp:sp>
    <dsp:sp modelId="{3BB70DAD-DAC9-4E25-8B32-699D094D72AC}">
      <dsp:nvSpPr>
        <dsp:cNvPr id="0" name=""/>
        <dsp:cNvSpPr/>
      </dsp:nvSpPr>
      <dsp:spPr>
        <a:xfrm>
          <a:off x="0" y="916123"/>
          <a:ext cx="15773400" cy="275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805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800" kern="1200" noProof="0" dirty="0"/>
            <a:t>Taxa de colocação de anúncio: o primeiro anúncio de cada senhorio é gratuito; os anúncios seguintes têm um custo de 2,49€ por anúncio (por um período padrão, por exemplo, 30 dias).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800" kern="1200" noProof="0" dirty="0"/>
            <a:t>Destaque de anúncios: opções de destaque a 1,49€ (3 dias), 2,49€ (7 dias) e 3,99€ (14 dias).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800" kern="1200" noProof="0" dirty="0"/>
            <a:t>Publicidade leve e segmentada para serviços relevantes para estudantes (internet, mobiliário, bancos, seguros).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800" kern="1200" noProof="0" dirty="0"/>
            <a:t>Futuras parcerias B2B com universidades, residências e coabitação (modelo de subscrição).</a:t>
          </a:r>
        </a:p>
      </dsp:txBody>
      <dsp:txXfrm>
        <a:off x="0" y="916123"/>
        <a:ext cx="15773400" cy="2757240"/>
      </dsp:txXfrm>
    </dsp:sp>
    <dsp:sp modelId="{F075375B-FA84-468B-998F-09095C39E38F}">
      <dsp:nvSpPr>
        <dsp:cNvPr id="0" name=""/>
        <dsp:cNvSpPr/>
      </dsp:nvSpPr>
      <dsp:spPr>
        <a:xfrm>
          <a:off x="0" y="3673363"/>
          <a:ext cx="1577340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600" kern="1200" noProof="0" dirty="0"/>
            <a:t>Estrutura de Custos:</a:t>
          </a:r>
        </a:p>
      </dsp:txBody>
      <dsp:txXfrm>
        <a:off x="42151" y="3715514"/>
        <a:ext cx="15689098" cy="779158"/>
      </dsp:txXfrm>
    </dsp:sp>
    <dsp:sp modelId="{C337802D-4933-4C3E-8980-E1C0C7D137FA}">
      <dsp:nvSpPr>
        <dsp:cNvPr id="0" name=""/>
        <dsp:cNvSpPr/>
      </dsp:nvSpPr>
      <dsp:spPr>
        <a:xfrm>
          <a:off x="0" y="4536823"/>
          <a:ext cx="15773400" cy="1937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805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800" kern="1200" noProof="0" dirty="0"/>
            <a:t>Desenvolvimento e manutenção da plataforma (</a:t>
          </a:r>
          <a:r>
            <a:rPr lang="pt-PT" sz="2800" kern="1200" noProof="0" dirty="0" err="1"/>
            <a:t>frontend</a:t>
          </a:r>
          <a:r>
            <a:rPr lang="pt-PT" sz="2800" kern="1200" noProof="0" dirty="0"/>
            <a:t> + </a:t>
          </a:r>
          <a:r>
            <a:rPr lang="pt-PT" sz="2800" kern="1200" noProof="0" dirty="0" err="1"/>
            <a:t>backend</a:t>
          </a:r>
          <a:r>
            <a:rPr lang="pt-PT" sz="2800" kern="1200" noProof="0" dirty="0"/>
            <a:t>).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800" kern="1200" noProof="0" dirty="0"/>
            <a:t>Servidores, domínio e certificados de segurança.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800" kern="1200" noProof="0" dirty="0"/>
            <a:t>Marketing digital e ações de captação em universidades (inicialmente </a:t>
          </a:r>
          <a:r>
            <a:rPr lang="pt-PT" sz="2800" kern="1200" noProof="0" dirty="0" err="1"/>
            <a:t>UAlg</a:t>
          </a:r>
          <a:r>
            <a:rPr lang="pt-PT" sz="2800" kern="1200" noProof="0" dirty="0"/>
            <a:t>/Faro).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800" kern="1200" noProof="0" dirty="0"/>
            <a:t>Custos administrativos, legais e deslocações para estabelecimento de parcerias</a:t>
          </a:r>
        </a:p>
      </dsp:txBody>
      <dsp:txXfrm>
        <a:off x="0" y="4536823"/>
        <a:ext cx="15773400" cy="19375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71094E-A23F-4A72-8504-E422E4D07541}">
      <dsp:nvSpPr>
        <dsp:cNvPr id="0" name=""/>
        <dsp:cNvSpPr/>
      </dsp:nvSpPr>
      <dsp:spPr>
        <a:xfrm>
          <a:off x="0" y="0"/>
          <a:ext cx="15773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6AE807-49C9-4820-880D-1165274F31F4}">
      <dsp:nvSpPr>
        <dsp:cNvPr id="0" name=""/>
        <dsp:cNvSpPr/>
      </dsp:nvSpPr>
      <dsp:spPr>
        <a:xfrm>
          <a:off x="0" y="0"/>
          <a:ext cx="15773400" cy="1631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800" kern="1200" noProof="0" dirty="0"/>
            <a:t>Diogo Carvalho – Desenvolvimento da plataforma, programação, design, testes.</a:t>
          </a:r>
        </a:p>
      </dsp:txBody>
      <dsp:txXfrm>
        <a:off x="0" y="0"/>
        <a:ext cx="15773400" cy="1631751"/>
      </dsp:txXfrm>
    </dsp:sp>
    <dsp:sp modelId="{09ED5D77-7497-4C95-A0E7-F398CDAB4E3F}">
      <dsp:nvSpPr>
        <dsp:cNvPr id="0" name=""/>
        <dsp:cNvSpPr/>
      </dsp:nvSpPr>
      <dsp:spPr>
        <a:xfrm>
          <a:off x="0" y="1631751"/>
          <a:ext cx="15773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B135-FE4F-421E-9C38-11612A2F98EA}">
      <dsp:nvSpPr>
        <dsp:cNvPr id="0" name=""/>
        <dsp:cNvSpPr/>
      </dsp:nvSpPr>
      <dsp:spPr>
        <a:xfrm>
          <a:off x="0" y="1631751"/>
          <a:ext cx="15773400" cy="1631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800" kern="1200" noProof="0" dirty="0"/>
            <a:t>Diogo Freitas – Marketing, comunicação com estudantes e validação com utilizadores.</a:t>
          </a:r>
        </a:p>
      </dsp:txBody>
      <dsp:txXfrm>
        <a:off x="0" y="1631751"/>
        <a:ext cx="15773400" cy="1631751"/>
      </dsp:txXfrm>
    </dsp:sp>
    <dsp:sp modelId="{0BF0F02D-C24E-4024-BBA7-F3472B00765B}">
      <dsp:nvSpPr>
        <dsp:cNvPr id="0" name=""/>
        <dsp:cNvSpPr/>
      </dsp:nvSpPr>
      <dsp:spPr>
        <a:xfrm>
          <a:off x="0" y="3263503"/>
          <a:ext cx="15773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54D372-F1C4-4B9D-A8B2-4A48DDF0F60F}">
      <dsp:nvSpPr>
        <dsp:cNvPr id="0" name=""/>
        <dsp:cNvSpPr/>
      </dsp:nvSpPr>
      <dsp:spPr>
        <a:xfrm>
          <a:off x="0" y="3263503"/>
          <a:ext cx="15773400" cy="1631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800" kern="1200" noProof="0" dirty="0"/>
            <a:t>Diogo Estriga – Modelo de negócio, contacto com senhorios e parcerias locais.</a:t>
          </a:r>
        </a:p>
      </dsp:txBody>
      <dsp:txXfrm>
        <a:off x="0" y="3263503"/>
        <a:ext cx="15773400" cy="1631751"/>
      </dsp:txXfrm>
    </dsp:sp>
    <dsp:sp modelId="{9EB9F7D3-6EE3-46BA-BCD4-020C703AD752}">
      <dsp:nvSpPr>
        <dsp:cNvPr id="0" name=""/>
        <dsp:cNvSpPr/>
      </dsp:nvSpPr>
      <dsp:spPr>
        <a:xfrm>
          <a:off x="0" y="4895255"/>
          <a:ext cx="15773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84C0A-A40F-43AF-9C7F-418FE15E0E26}">
      <dsp:nvSpPr>
        <dsp:cNvPr id="0" name=""/>
        <dsp:cNvSpPr/>
      </dsp:nvSpPr>
      <dsp:spPr>
        <a:xfrm>
          <a:off x="0" y="4895255"/>
          <a:ext cx="15773400" cy="1631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800" kern="1200" noProof="0" dirty="0"/>
            <a:t>A equipa está diretamente ligada ao contexto académico da </a:t>
          </a:r>
          <a:r>
            <a:rPr lang="pt-PT" sz="3800" kern="1200" noProof="0" dirty="0" err="1"/>
            <a:t>UAlg</a:t>
          </a:r>
          <a:r>
            <a:rPr lang="pt-PT" sz="3800" kern="1200" noProof="0" dirty="0"/>
            <a:t>, o que facilita o acesso a estudantes, professores, associações e potenciais parceiros.</a:t>
          </a:r>
        </a:p>
      </dsp:txBody>
      <dsp:txXfrm>
        <a:off x="0" y="4895255"/>
        <a:ext cx="15773400" cy="163175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06EC9-173D-497A-9B6F-C2B8F924341C}">
      <dsp:nvSpPr>
        <dsp:cNvPr id="0" name=""/>
        <dsp:cNvSpPr/>
      </dsp:nvSpPr>
      <dsp:spPr>
        <a:xfrm>
          <a:off x="0" y="392503"/>
          <a:ext cx="157734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900" kern="1200" noProof="0" dirty="0"/>
            <a:t>Desenvolver e testar uma versão inicial da plataforma focada em alojamento estudantil na </a:t>
          </a:r>
          <a:r>
            <a:rPr lang="pt-PT" sz="2900" kern="1200" noProof="0" dirty="0" err="1"/>
            <a:t>UAlg</a:t>
          </a:r>
          <a:r>
            <a:rPr lang="pt-PT" sz="2900" kern="1200" noProof="0" dirty="0"/>
            <a:t>/Faro.</a:t>
          </a:r>
        </a:p>
      </dsp:txBody>
      <dsp:txXfrm>
        <a:off x="33955" y="426458"/>
        <a:ext cx="15705490" cy="627655"/>
      </dsp:txXfrm>
    </dsp:sp>
    <dsp:sp modelId="{CCFC7EEB-7007-4E4E-A344-703D04FCE348}">
      <dsp:nvSpPr>
        <dsp:cNvPr id="0" name=""/>
        <dsp:cNvSpPr/>
      </dsp:nvSpPr>
      <dsp:spPr>
        <a:xfrm>
          <a:off x="0" y="1171588"/>
          <a:ext cx="157734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900" kern="1200" noProof="0" dirty="0"/>
            <a:t>Próximos passos:</a:t>
          </a:r>
        </a:p>
      </dsp:txBody>
      <dsp:txXfrm>
        <a:off x="33955" y="1205543"/>
        <a:ext cx="15705490" cy="627655"/>
      </dsp:txXfrm>
    </dsp:sp>
    <dsp:sp modelId="{3E778406-3B4E-4A68-ADD1-3DC5165A0CF1}">
      <dsp:nvSpPr>
        <dsp:cNvPr id="0" name=""/>
        <dsp:cNvSpPr/>
      </dsp:nvSpPr>
      <dsp:spPr>
        <a:xfrm>
          <a:off x="0" y="1867153"/>
          <a:ext cx="15773400" cy="1590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805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300" kern="1200" noProof="0" dirty="0"/>
            <a:t>Construir uma primeira versão funcional da plataforma (Versão inicial) com foco em quartos para estudantes da </a:t>
          </a:r>
          <a:r>
            <a:rPr lang="pt-PT" sz="2300" kern="1200" noProof="0" dirty="0" err="1"/>
            <a:t>UAlg</a:t>
          </a:r>
          <a:r>
            <a:rPr lang="pt-PT" sz="2300" kern="1200" noProof="0" dirty="0"/>
            <a:t>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300" kern="1200" noProof="0" dirty="0"/>
            <a:t>Angariar um conjunto inicial de senhorios e estudantes para o piloto.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300" kern="1200" noProof="0" dirty="0"/>
            <a:t>Recolher feedback e iterar rapidamente sobre funcionalidades chave (filtros, mensagens, verificação de anúncios).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300" kern="1200" noProof="0" dirty="0"/>
            <a:t>Iniciar contactos formais com a Associação Académica e estruturas da </a:t>
          </a:r>
          <a:r>
            <a:rPr lang="pt-PT" sz="2300" kern="1200" noProof="0" dirty="0" err="1"/>
            <a:t>UAlg</a:t>
          </a:r>
          <a:r>
            <a:rPr lang="pt-PT" sz="2300" kern="1200" noProof="0" dirty="0"/>
            <a:t>.</a:t>
          </a:r>
        </a:p>
      </dsp:txBody>
      <dsp:txXfrm>
        <a:off x="0" y="1867153"/>
        <a:ext cx="15773400" cy="1590794"/>
      </dsp:txXfrm>
    </dsp:sp>
    <dsp:sp modelId="{10E6D3C5-529D-418F-9CCE-FB3AD5F79545}">
      <dsp:nvSpPr>
        <dsp:cNvPr id="0" name=""/>
        <dsp:cNvSpPr/>
      </dsp:nvSpPr>
      <dsp:spPr>
        <a:xfrm>
          <a:off x="0" y="3457948"/>
          <a:ext cx="157734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900" kern="1200" noProof="0" dirty="0"/>
            <a:t>Métricas a acompanhar:</a:t>
          </a:r>
        </a:p>
      </dsp:txBody>
      <dsp:txXfrm>
        <a:off x="33955" y="3491903"/>
        <a:ext cx="15705490" cy="627655"/>
      </dsp:txXfrm>
    </dsp:sp>
    <dsp:sp modelId="{E531C502-1F0E-4F46-B0DB-B503429B1EDF}">
      <dsp:nvSpPr>
        <dsp:cNvPr id="0" name=""/>
        <dsp:cNvSpPr/>
      </dsp:nvSpPr>
      <dsp:spPr>
        <a:xfrm>
          <a:off x="0" y="4153513"/>
          <a:ext cx="15773400" cy="19809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805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300" kern="1200" noProof="0" dirty="0"/>
            <a:t>Nº de anúncios ativos.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300" kern="1200" noProof="0" dirty="0"/>
            <a:t>Nº de estudantes registados.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300" kern="1200" noProof="0" dirty="0"/>
            <a:t>Nº de contactos estudante–senhorio através da plataforma.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300" kern="1200" noProof="0" dirty="0"/>
            <a:t>Taxa de conversão de anúncio em arrendamento efetivo.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300" kern="1200" noProof="0" dirty="0"/>
            <a:t>Nível de satisfação dos utilizadores (inquéritos/feedback).</a:t>
          </a:r>
        </a:p>
      </dsp:txBody>
      <dsp:txXfrm>
        <a:off x="0" y="4153513"/>
        <a:ext cx="15773400" cy="19809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D0D0D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D0D0D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966469"/>
            <a:ext cx="12389485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2990523"/>
            <a:ext cx="12435205" cy="3063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D0D0D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Uma imagem com azul, Azul elétrico, Azul, Azul majorelle&#10;&#10;Os conteúdos gerados por IA podem estar incorretos.">
            <a:extLst>
              <a:ext uri="{FF2B5EF4-FFF2-40B4-BE49-F238E27FC236}">
                <a16:creationId xmlns:a16="http://schemas.microsoft.com/office/drawing/2014/main" id="{2A6A7DA8-890C-D86D-2E8F-675BEBF1C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016000" y="2990523"/>
            <a:ext cx="12435205" cy="2471748"/>
          </a:xfrm>
          <a:prstGeom prst="rect">
            <a:avLst/>
          </a:prstGeom>
        </p:spPr>
        <p:txBody>
          <a:bodyPr vert="horz" wrap="square" lIns="0" tIns="70403" rIns="0" bIns="0" rtlCol="0">
            <a:spAutoFit/>
          </a:bodyPr>
          <a:lstStyle/>
          <a:p>
            <a:pPr marL="699770">
              <a:lnSpc>
                <a:spcPct val="100000"/>
              </a:lnSpc>
              <a:spcBef>
                <a:spcPts val="100"/>
              </a:spcBef>
            </a:pPr>
            <a:r>
              <a:rPr lang="pt-PT" sz="15600" b="1" spc="425" noProof="0" dirty="0" err="1">
                <a:solidFill>
                  <a:srgbClr val="FFFFFF"/>
                </a:solidFill>
                <a:latin typeface="Trebuchet MS"/>
                <a:cs typeface="Trebuchet MS"/>
              </a:rPr>
              <a:t>Pitch</a:t>
            </a:r>
            <a:endParaRPr lang="pt-PT" sz="15600" noProof="0" dirty="0">
              <a:latin typeface="Trebuchet MS"/>
              <a:cs typeface="Trebuchet MS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16000" y="966469"/>
            <a:ext cx="1238948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9770">
              <a:lnSpc>
                <a:spcPct val="100000"/>
              </a:lnSpc>
              <a:spcBef>
                <a:spcPts val="100"/>
              </a:spcBef>
            </a:pPr>
            <a:r>
              <a:rPr lang="pt-PT" sz="2200" b="0" noProof="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UniCasa</a:t>
            </a:r>
            <a:endParaRPr lang="pt-PT" sz="2200" noProof="0" dirty="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28800" y="8115300"/>
            <a:ext cx="2930063" cy="1669047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lang="pt-PT" sz="2100" b="1" spc="80" noProof="0" dirty="0">
                <a:solidFill>
                  <a:srgbClr val="FFFFFF"/>
                </a:solidFill>
                <a:latin typeface="Trebuchet MS"/>
                <a:cs typeface="Trebuchet MS"/>
              </a:rPr>
              <a:t>Apresentado por:</a:t>
            </a:r>
            <a:endParaRPr lang="pt-PT" sz="2100" noProof="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lang="pt-PT" sz="2100" spc="100" noProof="0" dirty="0">
                <a:solidFill>
                  <a:srgbClr val="FFFFFF"/>
                </a:solidFill>
                <a:latin typeface="Lucida Sans Unicode"/>
                <a:cs typeface="Lucida Sans Unicode"/>
              </a:rPr>
              <a:t>Diogo Carvalho</a:t>
            </a: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lang="pt-PT" sz="2100" spc="100" noProof="0" dirty="0">
                <a:solidFill>
                  <a:srgbClr val="FFFFFF"/>
                </a:solidFill>
                <a:latin typeface="Lucida Sans Unicode"/>
                <a:cs typeface="Lucida Sans Unicode"/>
              </a:rPr>
              <a:t>Diogo Freitas</a:t>
            </a: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lang="pt-PT" sz="2100" spc="100" noProof="0" dirty="0">
                <a:solidFill>
                  <a:srgbClr val="FFFFFF"/>
                </a:solidFill>
                <a:latin typeface="Lucida Sans Unicode"/>
                <a:cs typeface="Lucida Sans Unicode"/>
              </a:rPr>
              <a:t>Diogo Estriga</a:t>
            </a:r>
            <a:endParaRPr lang="pt-PT" sz="2100" noProof="0" dirty="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66306" y="8209279"/>
            <a:ext cx="2444293" cy="116634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lang="pt-PT" sz="2100" b="1" spc="100" noProof="0" dirty="0">
                <a:solidFill>
                  <a:srgbClr val="FFFFFF"/>
                </a:solidFill>
                <a:latin typeface="Trebuchet MS"/>
                <a:cs typeface="Trebuchet MS"/>
              </a:rPr>
              <a:t>Data:</a:t>
            </a:r>
            <a:endParaRPr lang="pt-PT" sz="2100" noProof="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lang="pt-PT" sz="2100" noProof="0" dirty="0">
                <a:solidFill>
                  <a:srgbClr val="FFFFFF"/>
                </a:solidFill>
                <a:latin typeface="Lucida Sans Unicode"/>
                <a:cs typeface="Lucida Sans Unicode"/>
              </a:rPr>
              <a:t>20 de Novembro de 2025</a:t>
            </a:r>
            <a:endParaRPr lang="pt-PT" sz="2100" noProof="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0F1F0"/>
          </a:solidFill>
        </p:spPr>
        <p:txBody>
          <a:bodyPr wrap="square" lIns="0" tIns="0" rIns="0" bIns="0" rtlCol="0"/>
          <a:lstStyle/>
          <a:p>
            <a:endParaRPr lang="pt-PT" noProof="0" dirty="0"/>
          </a:p>
        </p:txBody>
      </p:sp>
      <p:grpSp>
        <p:nvGrpSpPr>
          <p:cNvPr id="3" name="object 3"/>
          <p:cNvGrpSpPr/>
          <p:nvPr/>
        </p:nvGrpSpPr>
        <p:grpSpPr>
          <a:xfrm>
            <a:off x="1563850" y="3014482"/>
            <a:ext cx="7253081" cy="737235"/>
            <a:chOff x="1563850" y="3014482"/>
            <a:chExt cx="7253081" cy="737235"/>
          </a:xfrm>
        </p:grpSpPr>
        <p:sp>
          <p:nvSpPr>
            <p:cNvPr id="4" name="object 4"/>
            <p:cNvSpPr/>
            <p:nvPr/>
          </p:nvSpPr>
          <p:spPr>
            <a:xfrm>
              <a:off x="1664926" y="3014482"/>
              <a:ext cx="7152005" cy="737235"/>
            </a:xfrm>
            <a:custGeom>
              <a:avLst/>
              <a:gdLst/>
              <a:ahLst/>
              <a:cxnLst/>
              <a:rect l="l" t="t" r="r" b="b"/>
              <a:pathLst>
                <a:path w="7152005" h="737235">
                  <a:moveTo>
                    <a:pt x="6942137" y="737090"/>
                  </a:moveTo>
                  <a:lnTo>
                    <a:pt x="209549" y="737090"/>
                  </a:lnTo>
                  <a:lnTo>
                    <a:pt x="168477" y="733026"/>
                  </a:lnTo>
                  <a:lnTo>
                    <a:pt x="129358" y="721139"/>
                  </a:lnTo>
                  <a:lnTo>
                    <a:pt x="93291" y="701883"/>
                  </a:lnTo>
                  <a:lnTo>
                    <a:pt x="61375" y="675714"/>
                  </a:lnTo>
                  <a:lnTo>
                    <a:pt x="35206" y="643798"/>
                  </a:lnTo>
                  <a:lnTo>
                    <a:pt x="15951" y="607731"/>
                  </a:lnTo>
                  <a:lnTo>
                    <a:pt x="4063" y="568612"/>
                  </a:lnTo>
                  <a:lnTo>
                    <a:pt x="0" y="527540"/>
                  </a:lnTo>
                  <a:lnTo>
                    <a:pt x="0" y="209549"/>
                  </a:lnTo>
                  <a:lnTo>
                    <a:pt x="4063" y="168477"/>
                  </a:lnTo>
                  <a:lnTo>
                    <a:pt x="15951" y="129358"/>
                  </a:lnTo>
                  <a:lnTo>
                    <a:pt x="35206" y="93291"/>
                  </a:lnTo>
                  <a:lnTo>
                    <a:pt x="61375" y="61375"/>
                  </a:lnTo>
                  <a:lnTo>
                    <a:pt x="93291" y="35206"/>
                  </a:lnTo>
                  <a:lnTo>
                    <a:pt x="129358" y="15951"/>
                  </a:lnTo>
                  <a:lnTo>
                    <a:pt x="168477" y="4063"/>
                  </a:lnTo>
                  <a:lnTo>
                    <a:pt x="209549" y="0"/>
                  </a:lnTo>
                  <a:lnTo>
                    <a:pt x="6942137" y="0"/>
                  </a:lnTo>
                  <a:lnTo>
                    <a:pt x="6983208" y="4063"/>
                  </a:lnTo>
                  <a:lnTo>
                    <a:pt x="7022327" y="15951"/>
                  </a:lnTo>
                  <a:lnTo>
                    <a:pt x="7058394" y="35206"/>
                  </a:lnTo>
                  <a:lnTo>
                    <a:pt x="7090310" y="61375"/>
                  </a:lnTo>
                  <a:lnTo>
                    <a:pt x="7116479" y="93291"/>
                  </a:lnTo>
                  <a:lnTo>
                    <a:pt x="7135734" y="129358"/>
                  </a:lnTo>
                  <a:lnTo>
                    <a:pt x="7147622" y="168477"/>
                  </a:lnTo>
                  <a:lnTo>
                    <a:pt x="7151685" y="209549"/>
                  </a:lnTo>
                  <a:lnTo>
                    <a:pt x="7151685" y="527540"/>
                  </a:lnTo>
                  <a:lnTo>
                    <a:pt x="7147622" y="568612"/>
                  </a:lnTo>
                  <a:lnTo>
                    <a:pt x="7135734" y="607731"/>
                  </a:lnTo>
                  <a:lnTo>
                    <a:pt x="7116479" y="643798"/>
                  </a:lnTo>
                  <a:lnTo>
                    <a:pt x="7090310" y="675714"/>
                  </a:lnTo>
                  <a:lnTo>
                    <a:pt x="7058394" y="701883"/>
                  </a:lnTo>
                  <a:lnTo>
                    <a:pt x="7022327" y="721139"/>
                  </a:lnTo>
                  <a:lnTo>
                    <a:pt x="6983208" y="733026"/>
                  </a:lnTo>
                  <a:lnTo>
                    <a:pt x="6942137" y="73709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1563850" y="3014482"/>
              <a:ext cx="737235" cy="737235"/>
            </a:xfrm>
            <a:custGeom>
              <a:avLst/>
              <a:gdLst/>
              <a:ahLst/>
              <a:cxnLst/>
              <a:rect l="l" t="t" r="r" b="b"/>
              <a:pathLst>
                <a:path w="737235" h="737235">
                  <a:moveTo>
                    <a:pt x="527540" y="737090"/>
                  </a:moveTo>
                  <a:lnTo>
                    <a:pt x="209549" y="737090"/>
                  </a:lnTo>
                  <a:lnTo>
                    <a:pt x="168477" y="733026"/>
                  </a:lnTo>
                  <a:lnTo>
                    <a:pt x="129358" y="721139"/>
                  </a:lnTo>
                  <a:lnTo>
                    <a:pt x="93291" y="701883"/>
                  </a:lnTo>
                  <a:lnTo>
                    <a:pt x="61375" y="675714"/>
                  </a:lnTo>
                  <a:lnTo>
                    <a:pt x="35206" y="643798"/>
                  </a:lnTo>
                  <a:lnTo>
                    <a:pt x="15951" y="607731"/>
                  </a:lnTo>
                  <a:lnTo>
                    <a:pt x="4063" y="568612"/>
                  </a:lnTo>
                  <a:lnTo>
                    <a:pt x="0" y="527540"/>
                  </a:lnTo>
                  <a:lnTo>
                    <a:pt x="0" y="209549"/>
                  </a:lnTo>
                  <a:lnTo>
                    <a:pt x="4063" y="168477"/>
                  </a:lnTo>
                  <a:lnTo>
                    <a:pt x="15951" y="129358"/>
                  </a:lnTo>
                  <a:lnTo>
                    <a:pt x="35206" y="93291"/>
                  </a:lnTo>
                  <a:lnTo>
                    <a:pt x="61375" y="61375"/>
                  </a:lnTo>
                  <a:lnTo>
                    <a:pt x="93291" y="35206"/>
                  </a:lnTo>
                  <a:lnTo>
                    <a:pt x="129358" y="15951"/>
                  </a:lnTo>
                  <a:lnTo>
                    <a:pt x="168477" y="4063"/>
                  </a:lnTo>
                  <a:lnTo>
                    <a:pt x="209549" y="0"/>
                  </a:lnTo>
                  <a:lnTo>
                    <a:pt x="527540" y="0"/>
                  </a:lnTo>
                  <a:lnTo>
                    <a:pt x="568612" y="4063"/>
                  </a:lnTo>
                  <a:lnTo>
                    <a:pt x="607731" y="15951"/>
                  </a:lnTo>
                  <a:lnTo>
                    <a:pt x="643798" y="35206"/>
                  </a:lnTo>
                  <a:lnTo>
                    <a:pt x="675714" y="61375"/>
                  </a:lnTo>
                  <a:lnTo>
                    <a:pt x="701883" y="93291"/>
                  </a:lnTo>
                  <a:lnTo>
                    <a:pt x="721139" y="129358"/>
                  </a:lnTo>
                  <a:lnTo>
                    <a:pt x="733026" y="168477"/>
                  </a:lnTo>
                  <a:lnTo>
                    <a:pt x="737090" y="209549"/>
                  </a:lnTo>
                  <a:lnTo>
                    <a:pt x="737090" y="527540"/>
                  </a:lnTo>
                  <a:lnTo>
                    <a:pt x="733026" y="568612"/>
                  </a:lnTo>
                  <a:lnTo>
                    <a:pt x="721139" y="607731"/>
                  </a:lnTo>
                  <a:lnTo>
                    <a:pt x="701883" y="643798"/>
                  </a:lnTo>
                  <a:lnTo>
                    <a:pt x="675714" y="675714"/>
                  </a:lnTo>
                  <a:lnTo>
                    <a:pt x="643798" y="701883"/>
                  </a:lnTo>
                  <a:lnTo>
                    <a:pt x="607731" y="721139"/>
                  </a:lnTo>
                  <a:lnTo>
                    <a:pt x="568612" y="733026"/>
                  </a:lnTo>
                  <a:lnTo>
                    <a:pt x="527540" y="73709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563850" y="4059448"/>
            <a:ext cx="7252970" cy="737235"/>
            <a:chOff x="1563850" y="4059448"/>
            <a:chExt cx="7252970" cy="737235"/>
          </a:xfrm>
        </p:grpSpPr>
        <p:sp>
          <p:nvSpPr>
            <p:cNvPr id="7" name="object 7"/>
            <p:cNvSpPr/>
            <p:nvPr/>
          </p:nvSpPr>
          <p:spPr>
            <a:xfrm>
              <a:off x="1664926" y="4059448"/>
              <a:ext cx="7152005" cy="737235"/>
            </a:xfrm>
            <a:custGeom>
              <a:avLst/>
              <a:gdLst/>
              <a:ahLst/>
              <a:cxnLst/>
              <a:rect l="l" t="t" r="r" b="b"/>
              <a:pathLst>
                <a:path w="7152005" h="737235">
                  <a:moveTo>
                    <a:pt x="6942137" y="737090"/>
                  </a:moveTo>
                  <a:lnTo>
                    <a:pt x="209549" y="737090"/>
                  </a:lnTo>
                  <a:lnTo>
                    <a:pt x="168477" y="733026"/>
                  </a:lnTo>
                  <a:lnTo>
                    <a:pt x="129358" y="721139"/>
                  </a:lnTo>
                  <a:lnTo>
                    <a:pt x="93291" y="701883"/>
                  </a:lnTo>
                  <a:lnTo>
                    <a:pt x="61375" y="675714"/>
                  </a:lnTo>
                  <a:lnTo>
                    <a:pt x="35206" y="643798"/>
                  </a:lnTo>
                  <a:lnTo>
                    <a:pt x="15951" y="607731"/>
                  </a:lnTo>
                  <a:lnTo>
                    <a:pt x="4063" y="568612"/>
                  </a:lnTo>
                  <a:lnTo>
                    <a:pt x="0" y="527540"/>
                  </a:lnTo>
                  <a:lnTo>
                    <a:pt x="0" y="209549"/>
                  </a:lnTo>
                  <a:lnTo>
                    <a:pt x="4063" y="168477"/>
                  </a:lnTo>
                  <a:lnTo>
                    <a:pt x="15951" y="129358"/>
                  </a:lnTo>
                  <a:lnTo>
                    <a:pt x="35206" y="93291"/>
                  </a:lnTo>
                  <a:lnTo>
                    <a:pt x="61375" y="61375"/>
                  </a:lnTo>
                  <a:lnTo>
                    <a:pt x="93291" y="35206"/>
                  </a:lnTo>
                  <a:lnTo>
                    <a:pt x="129358" y="15951"/>
                  </a:lnTo>
                  <a:lnTo>
                    <a:pt x="168477" y="4063"/>
                  </a:lnTo>
                  <a:lnTo>
                    <a:pt x="209549" y="0"/>
                  </a:lnTo>
                  <a:lnTo>
                    <a:pt x="6942137" y="0"/>
                  </a:lnTo>
                  <a:lnTo>
                    <a:pt x="6983208" y="4063"/>
                  </a:lnTo>
                  <a:lnTo>
                    <a:pt x="7022327" y="15951"/>
                  </a:lnTo>
                  <a:lnTo>
                    <a:pt x="7058394" y="35206"/>
                  </a:lnTo>
                  <a:lnTo>
                    <a:pt x="7090310" y="61375"/>
                  </a:lnTo>
                  <a:lnTo>
                    <a:pt x="7116479" y="93291"/>
                  </a:lnTo>
                  <a:lnTo>
                    <a:pt x="7135734" y="129358"/>
                  </a:lnTo>
                  <a:lnTo>
                    <a:pt x="7147622" y="168477"/>
                  </a:lnTo>
                  <a:lnTo>
                    <a:pt x="7151685" y="209549"/>
                  </a:lnTo>
                  <a:lnTo>
                    <a:pt x="7151685" y="527540"/>
                  </a:lnTo>
                  <a:lnTo>
                    <a:pt x="7147622" y="568612"/>
                  </a:lnTo>
                  <a:lnTo>
                    <a:pt x="7135734" y="607731"/>
                  </a:lnTo>
                  <a:lnTo>
                    <a:pt x="7116479" y="643798"/>
                  </a:lnTo>
                  <a:lnTo>
                    <a:pt x="7090310" y="675714"/>
                  </a:lnTo>
                  <a:lnTo>
                    <a:pt x="7058394" y="701883"/>
                  </a:lnTo>
                  <a:lnTo>
                    <a:pt x="7022327" y="721139"/>
                  </a:lnTo>
                  <a:lnTo>
                    <a:pt x="6983208" y="733026"/>
                  </a:lnTo>
                  <a:lnTo>
                    <a:pt x="6942137" y="73709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1563850" y="4059448"/>
              <a:ext cx="737235" cy="737235"/>
            </a:xfrm>
            <a:custGeom>
              <a:avLst/>
              <a:gdLst/>
              <a:ahLst/>
              <a:cxnLst/>
              <a:rect l="l" t="t" r="r" b="b"/>
              <a:pathLst>
                <a:path w="737235" h="737235">
                  <a:moveTo>
                    <a:pt x="527540" y="737090"/>
                  </a:moveTo>
                  <a:lnTo>
                    <a:pt x="209549" y="737090"/>
                  </a:lnTo>
                  <a:lnTo>
                    <a:pt x="168477" y="733026"/>
                  </a:lnTo>
                  <a:lnTo>
                    <a:pt x="129358" y="721139"/>
                  </a:lnTo>
                  <a:lnTo>
                    <a:pt x="93291" y="701883"/>
                  </a:lnTo>
                  <a:lnTo>
                    <a:pt x="61375" y="675714"/>
                  </a:lnTo>
                  <a:lnTo>
                    <a:pt x="35206" y="643798"/>
                  </a:lnTo>
                  <a:lnTo>
                    <a:pt x="15951" y="607731"/>
                  </a:lnTo>
                  <a:lnTo>
                    <a:pt x="4063" y="568612"/>
                  </a:lnTo>
                  <a:lnTo>
                    <a:pt x="0" y="527540"/>
                  </a:lnTo>
                  <a:lnTo>
                    <a:pt x="0" y="209549"/>
                  </a:lnTo>
                  <a:lnTo>
                    <a:pt x="4063" y="168477"/>
                  </a:lnTo>
                  <a:lnTo>
                    <a:pt x="15951" y="129358"/>
                  </a:lnTo>
                  <a:lnTo>
                    <a:pt x="35206" y="93291"/>
                  </a:lnTo>
                  <a:lnTo>
                    <a:pt x="61375" y="61375"/>
                  </a:lnTo>
                  <a:lnTo>
                    <a:pt x="93291" y="35206"/>
                  </a:lnTo>
                  <a:lnTo>
                    <a:pt x="129358" y="15951"/>
                  </a:lnTo>
                  <a:lnTo>
                    <a:pt x="168477" y="4063"/>
                  </a:lnTo>
                  <a:lnTo>
                    <a:pt x="209549" y="0"/>
                  </a:lnTo>
                  <a:lnTo>
                    <a:pt x="527540" y="0"/>
                  </a:lnTo>
                  <a:lnTo>
                    <a:pt x="568612" y="4063"/>
                  </a:lnTo>
                  <a:lnTo>
                    <a:pt x="607731" y="15951"/>
                  </a:lnTo>
                  <a:lnTo>
                    <a:pt x="643798" y="35206"/>
                  </a:lnTo>
                  <a:lnTo>
                    <a:pt x="675714" y="61375"/>
                  </a:lnTo>
                  <a:lnTo>
                    <a:pt x="701883" y="93291"/>
                  </a:lnTo>
                  <a:lnTo>
                    <a:pt x="721139" y="129358"/>
                  </a:lnTo>
                  <a:lnTo>
                    <a:pt x="733026" y="168477"/>
                  </a:lnTo>
                  <a:lnTo>
                    <a:pt x="737090" y="209549"/>
                  </a:lnTo>
                  <a:lnTo>
                    <a:pt x="737090" y="527540"/>
                  </a:lnTo>
                  <a:lnTo>
                    <a:pt x="733026" y="568612"/>
                  </a:lnTo>
                  <a:lnTo>
                    <a:pt x="721139" y="607731"/>
                  </a:lnTo>
                  <a:lnTo>
                    <a:pt x="701883" y="643798"/>
                  </a:lnTo>
                  <a:lnTo>
                    <a:pt x="675714" y="675714"/>
                  </a:lnTo>
                  <a:lnTo>
                    <a:pt x="643798" y="701883"/>
                  </a:lnTo>
                  <a:lnTo>
                    <a:pt x="607731" y="721139"/>
                  </a:lnTo>
                  <a:lnTo>
                    <a:pt x="568612" y="733026"/>
                  </a:lnTo>
                  <a:lnTo>
                    <a:pt x="527540" y="73709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563850" y="5104415"/>
            <a:ext cx="7252970" cy="737235"/>
            <a:chOff x="1563850" y="5104415"/>
            <a:chExt cx="7252970" cy="737235"/>
          </a:xfrm>
        </p:grpSpPr>
        <p:sp>
          <p:nvSpPr>
            <p:cNvPr id="10" name="object 10"/>
            <p:cNvSpPr/>
            <p:nvPr/>
          </p:nvSpPr>
          <p:spPr>
            <a:xfrm>
              <a:off x="1664926" y="5104415"/>
              <a:ext cx="7152005" cy="737235"/>
            </a:xfrm>
            <a:custGeom>
              <a:avLst/>
              <a:gdLst/>
              <a:ahLst/>
              <a:cxnLst/>
              <a:rect l="l" t="t" r="r" b="b"/>
              <a:pathLst>
                <a:path w="7152005" h="737235">
                  <a:moveTo>
                    <a:pt x="6942137" y="737090"/>
                  </a:moveTo>
                  <a:lnTo>
                    <a:pt x="209549" y="737090"/>
                  </a:lnTo>
                  <a:lnTo>
                    <a:pt x="168477" y="733026"/>
                  </a:lnTo>
                  <a:lnTo>
                    <a:pt x="129358" y="721139"/>
                  </a:lnTo>
                  <a:lnTo>
                    <a:pt x="93291" y="701883"/>
                  </a:lnTo>
                  <a:lnTo>
                    <a:pt x="61375" y="675714"/>
                  </a:lnTo>
                  <a:lnTo>
                    <a:pt x="35206" y="643798"/>
                  </a:lnTo>
                  <a:lnTo>
                    <a:pt x="15951" y="607731"/>
                  </a:lnTo>
                  <a:lnTo>
                    <a:pt x="4063" y="568612"/>
                  </a:lnTo>
                  <a:lnTo>
                    <a:pt x="0" y="527540"/>
                  </a:lnTo>
                  <a:lnTo>
                    <a:pt x="0" y="209550"/>
                  </a:lnTo>
                  <a:lnTo>
                    <a:pt x="4063" y="168477"/>
                  </a:lnTo>
                  <a:lnTo>
                    <a:pt x="15951" y="129358"/>
                  </a:lnTo>
                  <a:lnTo>
                    <a:pt x="35206" y="93291"/>
                  </a:lnTo>
                  <a:lnTo>
                    <a:pt x="61375" y="61375"/>
                  </a:lnTo>
                  <a:lnTo>
                    <a:pt x="93291" y="35206"/>
                  </a:lnTo>
                  <a:lnTo>
                    <a:pt x="129358" y="15951"/>
                  </a:lnTo>
                  <a:lnTo>
                    <a:pt x="168477" y="4063"/>
                  </a:lnTo>
                  <a:lnTo>
                    <a:pt x="209549" y="0"/>
                  </a:lnTo>
                  <a:lnTo>
                    <a:pt x="6942137" y="0"/>
                  </a:lnTo>
                  <a:lnTo>
                    <a:pt x="6983208" y="4063"/>
                  </a:lnTo>
                  <a:lnTo>
                    <a:pt x="7022327" y="15951"/>
                  </a:lnTo>
                  <a:lnTo>
                    <a:pt x="7058394" y="35206"/>
                  </a:lnTo>
                  <a:lnTo>
                    <a:pt x="7090310" y="61375"/>
                  </a:lnTo>
                  <a:lnTo>
                    <a:pt x="7116479" y="93291"/>
                  </a:lnTo>
                  <a:lnTo>
                    <a:pt x="7135734" y="129358"/>
                  </a:lnTo>
                  <a:lnTo>
                    <a:pt x="7147622" y="168477"/>
                  </a:lnTo>
                  <a:lnTo>
                    <a:pt x="7151685" y="209550"/>
                  </a:lnTo>
                  <a:lnTo>
                    <a:pt x="7151685" y="527540"/>
                  </a:lnTo>
                  <a:lnTo>
                    <a:pt x="7147622" y="568612"/>
                  </a:lnTo>
                  <a:lnTo>
                    <a:pt x="7135734" y="607731"/>
                  </a:lnTo>
                  <a:lnTo>
                    <a:pt x="7116479" y="643798"/>
                  </a:lnTo>
                  <a:lnTo>
                    <a:pt x="7090310" y="675714"/>
                  </a:lnTo>
                  <a:lnTo>
                    <a:pt x="7058394" y="701883"/>
                  </a:lnTo>
                  <a:lnTo>
                    <a:pt x="7022327" y="721139"/>
                  </a:lnTo>
                  <a:lnTo>
                    <a:pt x="6983208" y="733026"/>
                  </a:lnTo>
                  <a:lnTo>
                    <a:pt x="6942137" y="73709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1563850" y="5104415"/>
              <a:ext cx="737235" cy="737235"/>
            </a:xfrm>
            <a:custGeom>
              <a:avLst/>
              <a:gdLst/>
              <a:ahLst/>
              <a:cxnLst/>
              <a:rect l="l" t="t" r="r" b="b"/>
              <a:pathLst>
                <a:path w="737235" h="737235">
                  <a:moveTo>
                    <a:pt x="527540" y="737090"/>
                  </a:moveTo>
                  <a:lnTo>
                    <a:pt x="209549" y="737090"/>
                  </a:lnTo>
                  <a:lnTo>
                    <a:pt x="168477" y="733026"/>
                  </a:lnTo>
                  <a:lnTo>
                    <a:pt x="129358" y="721139"/>
                  </a:lnTo>
                  <a:lnTo>
                    <a:pt x="93291" y="701883"/>
                  </a:lnTo>
                  <a:lnTo>
                    <a:pt x="61375" y="675714"/>
                  </a:lnTo>
                  <a:lnTo>
                    <a:pt x="35206" y="643798"/>
                  </a:lnTo>
                  <a:lnTo>
                    <a:pt x="15951" y="607731"/>
                  </a:lnTo>
                  <a:lnTo>
                    <a:pt x="4063" y="568612"/>
                  </a:lnTo>
                  <a:lnTo>
                    <a:pt x="0" y="527540"/>
                  </a:lnTo>
                  <a:lnTo>
                    <a:pt x="0" y="209550"/>
                  </a:lnTo>
                  <a:lnTo>
                    <a:pt x="4063" y="168477"/>
                  </a:lnTo>
                  <a:lnTo>
                    <a:pt x="15951" y="129358"/>
                  </a:lnTo>
                  <a:lnTo>
                    <a:pt x="35206" y="93291"/>
                  </a:lnTo>
                  <a:lnTo>
                    <a:pt x="61375" y="61375"/>
                  </a:lnTo>
                  <a:lnTo>
                    <a:pt x="93291" y="35206"/>
                  </a:lnTo>
                  <a:lnTo>
                    <a:pt x="129358" y="15951"/>
                  </a:lnTo>
                  <a:lnTo>
                    <a:pt x="168477" y="4063"/>
                  </a:lnTo>
                  <a:lnTo>
                    <a:pt x="209549" y="0"/>
                  </a:lnTo>
                  <a:lnTo>
                    <a:pt x="527540" y="0"/>
                  </a:lnTo>
                  <a:lnTo>
                    <a:pt x="568612" y="4063"/>
                  </a:lnTo>
                  <a:lnTo>
                    <a:pt x="607731" y="15951"/>
                  </a:lnTo>
                  <a:lnTo>
                    <a:pt x="643798" y="35206"/>
                  </a:lnTo>
                  <a:lnTo>
                    <a:pt x="675714" y="61375"/>
                  </a:lnTo>
                  <a:lnTo>
                    <a:pt x="701883" y="93291"/>
                  </a:lnTo>
                  <a:lnTo>
                    <a:pt x="721139" y="129358"/>
                  </a:lnTo>
                  <a:lnTo>
                    <a:pt x="733026" y="168477"/>
                  </a:lnTo>
                  <a:lnTo>
                    <a:pt x="737090" y="209550"/>
                  </a:lnTo>
                  <a:lnTo>
                    <a:pt x="737090" y="527540"/>
                  </a:lnTo>
                  <a:lnTo>
                    <a:pt x="733026" y="568612"/>
                  </a:lnTo>
                  <a:lnTo>
                    <a:pt x="721139" y="607731"/>
                  </a:lnTo>
                  <a:lnTo>
                    <a:pt x="701883" y="643798"/>
                  </a:lnTo>
                  <a:lnTo>
                    <a:pt x="675714" y="675714"/>
                  </a:lnTo>
                  <a:lnTo>
                    <a:pt x="643798" y="701883"/>
                  </a:lnTo>
                  <a:lnTo>
                    <a:pt x="607731" y="721139"/>
                  </a:lnTo>
                  <a:lnTo>
                    <a:pt x="568612" y="733026"/>
                  </a:lnTo>
                  <a:lnTo>
                    <a:pt x="527540" y="73709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563850" y="6149381"/>
            <a:ext cx="7252970" cy="737235"/>
            <a:chOff x="1563850" y="6149381"/>
            <a:chExt cx="7252970" cy="737235"/>
          </a:xfrm>
        </p:grpSpPr>
        <p:sp>
          <p:nvSpPr>
            <p:cNvPr id="13" name="object 13"/>
            <p:cNvSpPr/>
            <p:nvPr/>
          </p:nvSpPr>
          <p:spPr>
            <a:xfrm>
              <a:off x="1664926" y="6149381"/>
              <a:ext cx="7152005" cy="737235"/>
            </a:xfrm>
            <a:custGeom>
              <a:avLst/>
              <a:gdLst/>
              <a:ahLst/>
              <a:cxnLst/>
              <a:rect l="l" t="t" r="r" b="b"/>
              <a:pathLst>
                <a:path w="7152005" h="737234">
                  <a:moveTo>
                    <a:pt x="6942137" y="737090"/>
                  </a:moveTo>
                  <a:lnTo>
                    <a:pt x="209549" y="737090"/>
                  </a:lnTo>
                  <a:lnTo>
                    <a:pt x="168477" y="733026"/>
                  </a:lnTo>
                  <a:lnTo>
                    <a:pt x="129358" y="721139"/>
                  </a:lnTo>
                  <a:lnTo>
                    <a:pt x="93291" y="701883"/>
                  </a:lnTo>
                  <a:lnTo>
                    <a:pt x="61375" y="675714"/>
                  </a:lnTo>
                  <a:lnTo>
                    <a:pt x="35206" y="643798"/>
                  </a:lnTo>
                  <a:lnTo>
                    <a:pt x="15951" y="607731"/>
                  </a:lnTo>
                  <a:lnTo>
                    <a:pt x="4063" y="568612"/>
                  </a:lnTo>
                  <a:lnTo>
                    <a:pt x="0" y="527540"/>
                  </a:lnTo>
                  <a:lnTo>
                    <a:pt x="0" y="209549"/>
                  </a:lnTo>
                  <a:lnTo>
                    <a:pt x="4063" y="168477"/>
                  </a:lnTo>
                  <a:lnTo>
                    <a:pt x="15951" y="129358"/>
                  </a:lnTo>
                  <a:lnTo>
                    <a:pt x="35206" y="93291"/>
                  </a:lnTo>
                  <a:lnTo>
                    <a:pt x="61375" y="61375"/>
                  </a:lnTo>
                  <a:lnTo>
                    <a:pt x="93291" y="35206"/>
                  </a:lnTo>
                  <a:lnTo>
                    <a:pt x="129358" y="15951"/>
                  </a:lnTo>
                  <a:lnTo>
                    <a:pt x="168477" y="4063"/>
                  </a:lnTo>
                  <a:lnTo>
                    <a:pt x="209549" y="0"/>
                  </a:lnTo>
                  <a:lnTo>
                    <a:pt x="6942137" y="0"/>
                  </a:lnTo>
                  <a:lnTo>
                    <a:pt x="6983208" y="4063"/>
                  </a:lnTo>
                  <a:lnTo>
                    <a:pt x="7022327" y="15951"/>
                  </a:lnTo>
                  <a:lnTo>
                    <a:pt x="7058394" y="35206"/>
                  </a:lnTo>
                  <a:lnTo>
                    <a:pt x="7090310" y="61375"/>
                  </a:lnTo>
                  <a:lnTo>
                    <a:pt x="7116479" y="93291"/>
                  </a:lnTo>
                  <a:lnTo>
                    <a:pt x="7135734" y="129358"/>
                  </a:lnTo>
                  <a:lnTo>
                    <a:pt x="7147622" y="168477"/>
                  </a:lnTo>
                  <a:lnTo>
                    <a:pt x="7151685" y="209549"/>
                  </a:lnTo>
                  <a:lnTo>
                    <a:pt x="7151685" y="527540"/>
                  </a:lnTo>
                  <a:lnTo>
                    <a:pt x="7147622" y="568612"/>
                  </a:lnTo>
                  <a:lnTo>
                    <a:pt x="7135734" y="607731"/>
                  </a:lnTo>
                  <a:lnTo>
                    <a:pt x="7116479" y="643798"/>
                  </a:lnTo>
                  <a:lnTo>
                    <a:pt x="7090310" y="675714"/>
                  </a:lnTo>
                  <a:lnTo>
                    <a:pt x="7058394" y="701883"/>
                  </a:lnTo>
                  <a:lnTo>
                    <a:pt x="7022327" y="721139"/>
                  </a:lnTo>
                  <a:lnTo>
                    <a:pt x="6983208" y="733026"/>
                  </a:lnTo>
                  <a:lnTo>
                    <a:pt x="6942137" y="73709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1563850" y="6149381"/>
              <a:ext cx="737235" cy="737235"/>
            </a:xfrm>
            <a:custGeom>
              <a:avLst/>
              <a:gdLst/>
              <a:ahLst/>
              <a:cxnLst/>
              <a:rect l="l" t="t" r="r" b="b"/>
              <a:pathLst>
                <a:path w="737235" h="737234">
                  <a:moveTo>
                    <a:pt x="527540" y="737090"/>
                  </a:moveTo>
                  <a:lnTo>
                    <a:pt x="209549" y="737090"/>
                  </a:lnTo>
                  <a:lnTo>
                    <a:pt x="168477" y="733026"/>
                  </a:lnTo>
                  <a:lnTo>
                    <a:pt x="129358" y="721139"/>
                  </a:lnTo>
                  <a:lnTo>
                    <a:pt x="93291" y="701883"/>
                  </a:lnTo>
                  <a:lnTo>
                    <a:pt x="61375" y="675714"/>
                  </a:lnTo>
                  <a:lnTo>
                    <a:pt x="35206" y="643798"/>
                  </a:lnTo>
                  <a:lnTo>
                    <a:pt x="15951" y="607731"/>
                  </a:lnTo>
                  <a:lnTo>
                    <a:pt x="4063" y="568612"/>
                  </a:lnTo>
                  <a:lnTo>
                    <a:pt x="0" y="527540"/>
                  </a:lnTo>
                  <a:lnTo>
                    <a:pt x="0" y="209549"/>
                  </a:lnTo>
                  <a:lnTo>
                    <a:pt x="4063" y="168477"/>
                  </a:lnTo>
                  <a:lnTo>
                    <a:pt x="15951" y="129358"/>
                  </a:lnTo>
                  <a:lnTo>
                    <a:pt x="35206" y="93291"/>
                  </a:lnTo>
                  <a:lnTo>
                    <a:pt x="61375" y="61375"/>
                  </a:lnTo>
                  <a:lnTo>
                    <a:pt x="93291" y="35206"/>
                  </a:lnTo>
                  <a:lnTo>
                    <a:pt x="129358" y="15951"/>
                  </a:lnTo>
                  <a:lnTo>
                    <a:pt x="168477" y="4063"/>
                  </a:lnTo>
                  <a:lnTo>
                    <a:pt x="209549" y="0"/>
                  </a:lnTo>
                  <a:lnTo>
                    <a:pt x="527540" y="0"/>
                  </a:lnTo>
                  <a:lnTo>
                    <a:pt x="568612" y="4063"/>
                  </a:lnTo>
                  <a:lnTo>
                    <a:pt x="607731" y="15951"/>
                  </a:lnTo>
                  <a:lnTo>
                    <a:pt x="643798" y="35206"/>
                  </a:lnTo>
                  <a:lnTo>
                    <a:pt x="675714" y="61375"/>
                  </a:lnTo>
                  <a:lnTo>
                    <a:pt x="701883" y="93291"/>
                  </a:lnTo>
                  <a:lnTo>
                    <a:pt x="721139" y="129358"/>
                  </a:lnTo>
                  <a:lnTo>
                    <a:pt x="733026" y="168477"/>
                  </a:lnTo>
                  <a:lnTo>
                    <a:pt x="737090" y="209549"/>
                  </a:lnTo>
                  <a:lnTo>
                    <a:pt x="737090" y="527540"/>
                  </a:lnTo>
                  <a:lnTo>
                    <a:pt x="733026" y="568612"/>
                  </a:lnTo>
                  <a:lnTo>
                    <a:pt x="721139" y="607731"/>
                  </a:lnTo>
                  <a:lnTo>
                    <a:pt x="701883" y="643798"/>
                  </a:lnTo>
                  <a:lnTo>
                    <a:pt x="675714" y="675714"/>
                  </a:lnTo>
                  <a:lnTo>
                    <a:pt x="643798" y="701883"/>
                  </a:lnTo>
                  <a:lnTo>
                    <a:pt x="607731" y="721139"/>
                  </a:lnTo>
                  <a:lnTo>
                    <a:pt x="568612" y="733026"/>
                  </a:lnTo>
                  <a:lnTo>
                    <a:pt x="527540" y="73709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9472868" y="3014482"/>
            <a:ext cx="7252970" cy="737235"/>
            <a:chOff x="9472868" y="3014482"/>
            <a:chExt cx="7252970" cy="737235"/>
          </a:xfrm>
        </p:grpSpPr>
        <p:sp>
          <p:nvSpPr>
            <p:cNvPr id="16" name="object 16"/>
            <p:cNvSpPr/>
            <p:nvPr/>
          </p:nvSpPr>
          <p:spPr>
            <a:xfrm>
              <a:off x="9573944" y="3014482"/>
              <a:ext cx="7152005" cy="737235"/>
            </a:xfrm>
            <a:custGeom>
              <a:avLst/>
              <a:gdLst/>
              <a:ahLst/>
              <a:cxnLst/>
              <a:rect l="l" t="t" r="r" b="b"/>
              <a:pathLst>
                <a:path w="7152005" h="737235">
                  <a:moveTo>
                    <a:pt x="6942136" y="737090"/>
                  </a:moveTo>
                  <a:lnTo>
                    <a:pt x="209549" y="737090"/>
                  </a:lnTo>
                  <a:lnTo>
                    <a:pt x="168477" y="733026"/>
                  </a:lnTo>
                  <a:lnTo>
                    <a:pt x="129358" y="721139"/>
                  </a:lnTo>
                  <a:lnTo>
                    <a:pt x="93291" y="701883"/>
                  </a:lnTo>
                  <a:lnTo>
                    <a:pt x="61376" y="675714"/>
                  </a:lnTo>
                  <a:lnTo>
                    <a:pt x="35206" y="643798"/>
                  </a:lnTo>
                  <a:lnTo>
                    <a:pt x="15950" y="607731"/>
                  </a:lnTo>
                  <a:lnTo>
                    <a:pt x="4063" y="568612"/>
                  </a:lnTo>
                  <a:lnTo>
                    <a:pt x="0" y="527540"/>
                  </a:lnTo>
                  <a:lnTo>
                    <a:pt x="0" y="209549"/>
                  </a:lnTo>
                  <a:lnTo>
                    <a:pt x="4063" y="168477"/>
                  </a:lnTo>
                  <a:lnTo>
                    <a:pt x="15950" y="129358"/>
                  </a:lnTo>
                  <a:lnTo>
                    <a:pt x="35206" y="93291"/>
                  </a:lnTo>
                  <a:lnTo>
                    <a:pt x="61376" y="61375"/>
                  </a:lnTo>
                  <a:lnTo>
                    <a:pt x="93291" y="35206"/>
                  </a:lnTo>
                  <a:lnTo>
                    <a:pt x="129358" y="15951"/>
                  </a:lnTo>
                  <a:lnTo>
                    <a:pt x="168477" y="4063"/>
                  </a:lnTo>
                  <a:lnTo>
                    <a:pt x="209549" y="0"/>
                  </a:lnTo>
                  <a:lnTo>
                    <a:pt x="6942136" y="0"/>
                  </a:lnTo>
                  <a:lnTo>
                    <a:pt x="6983208" y="4063"/>
                  </a:lnTo>
                  <a:lnTo>
                    <a:pt x="7022327" y="15951"/>
                  </a:lnTo>
                  <a:lnTo>
                    <a:pt x="7058395" y="35206"/>
                  </a:lnTo>
                  <a:lnTo>
                    <a:pt x="7090310" y="61375"/>
                  </a:lnTo>
                  <a:lnTo>
                    <a:pt x="7116479" y="93291"/>
                  </a:lnTo>
                  <a:lnTo>
                    <a:pt x="7135735" y="129358"/>
                  </a:lnTo>
                  <a:lnTo>
                    <a:pt x="7147623" y="168477"/>
                  </a:lnTo>
                  <a:lnTo>
                    <a:pt x="7151686" y="209549"/>
                  </a:lnTo>
                  <a:lnTo>
                    <a:pt x="7151686" y="527540"/>
                  </a:lnTo>
                  <a:lnTo>
                    <a:pt x="7147623" y="568612"/>
                  </a:lnTo>
                  <a:lnTo>
                    <a:pt x="7135735" y="607731"/>
                  </a:lnTo>
                  <a:lnTo>
                    <a:pt x="7116479" y="643798"/>
                  </a:lnTo>
                  <a:lnTo>
                    <a:pt x="7090310" y="675714"/>
                  </a:lnTo>
                  <a:lnTo>
                    <a:pt x="7058395" y="701883"/>
                  </a:lnTo>
                  <a:lnTo>
                    <a:pt x="7022327" y="721139"/>
                  </a:lnTo>
                  <a:lnTo>
                    <a:pt x="6983208" y="733026"/>
                  </a:lnTo>
                  <a:lnTo>
                    <a:pt x="6942136" y="73709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  <p:sp>
          <p:nvSpPr>
            <p:cNvPr id="17" name="object 17"/>
            <p:cNvSpPr/>
            <p:nvPr/>
          </p:nvSpPr>
          <p:spPr>
            <a:xfrm>
              <a:off x="9472868" y="3014482"/>
              <a:ext cx="737235" cy="737235"/>
            </a:xfrm>
            <a:custGeom>
              <a:avLst/>
              <a:gdLst/>
              <a:ahLst/>
              <a:cxnLst/>
              <a:rect l="l" t="t" r="r" b="b"/>
              <a:pathLst>
                <a:path w="737234" h="737235">
                  <a:moveTo>
                    <a:pt x="527540" y="737090"/>
                  </a:moveTo>
                  <a:lnTo>
                    <a:pt x="209549" y="737090"/>
                  </a:lnTo>
                  <a:lnTo>
                    <a:pt x="168477" y="733026"/>
                  </a:lnTo>
                  <a:lnTo>
                    <a:pt x="129358" y="721139"/>
                  </a:lnTo>
                  <a:lnTo>
                    <a:pt x="93291" y="701883"/>
                  </a:lnTo>
                  <a:lnTo>
                    <a:pt x="61376" y="675714"/>
                  </a:lnTo>
                  <a:lnTo>
                    <a:pt x="35206" y="643798"/>
                  </a:lnTo>
                  <a:lnTo>
                    <a:pt x="15950" y="607731"/>
                  </a:lnTo>
                  <a:lnTo>
                    <a:pt x="4063" y="568612"/>
                  </a:lnTo>
                  <a:lnTo>
                    <a:pt x="0" y="527540"/>
                  </a:lnTo>
                  <a:lnTo>
                    <a:pt x="0" y="209549"/>
                  </a:lnTo>
                  <a:lnTo>
                    <a:pt x="4063" y="168477"/>
                  </a:lnTo>
                  <a:lnTo>
                    <a:pt x="15950" y="129358"/>
                  </a:lnTo>
                  <a:lnTo>
                    <a:pt x="35206" y="93291"/>
                  </a:lnTo>
                  <a:lnTo>
                    <a:pt x="61376" y="61375"/>
                  </a:lnTo>
                  <a:lnTo>
                    <a:pt x="93291" y="35206"/>
                  </a:lnTo>
                  <a:lnTo>
                    <a:pt x="129358" y="15951"/>
                  </a:lnTo>
                  <a:lnTo>
                    <a:pt x="168477" y="4063"/>
                  </a:lnTo>
                  <a:lnTo>
                    <a:pt x="209549" y="0"/>
                  </a:lnTo>
                  <a:lnTo>
                    <a:pt x="527540" y="0"/>
                  </a:lnTo>
                  <a:lnTo>
                    <a:pt x="568612" y="4063"/>
                  </a:lnTo>
                  <a:lnTo>
                    <a:pt x="607731" y="15951"/>
                  </a:lnTo>
                  <a:lnTo>
                    <a:pt x="643799" y="35206"/>
                  </a:lnTo>
                  <a:lnTo>
                    <a:pt x="675714" y="61375"/>
                  </a:lnTo>
                  <a:lnTo>
                    <a:pt x="701883" y="93291"/>
                  </a:lnTo>
                  <a:lnTo>
                    <a:pt x="721139" y="129358"/>
                  </a:lnTo>
                  <a:lnTo>
                    <a:pt x="733027" y="168477"/>
                  </a:lnTo>
                  <a:lnTo>
                    <a:pt x="737090" y="209549"/>
                  </a:lnTo>
                  <a:lnTo>
                    <a:pt x="737090" y="527540"/>
                  </a:lnTo>
                  <a:lnTo>
                    <a:pt x="733027" y="568612"/>
                  </a:lnTo>
                  <a:lnTo>
                    <a:pt x="721139" y="607731"/>
                  </a:lnTo>
                  <a:lnTo>
                    <a:pt x="701883" y="643798"/>
                  </a:lnTo>
                  <a:lnTo>
                    <a:pt x="675714" y="675714"/>
                  </a:lnTo>
                  <a:lnTo>
                    <a:pt x="643799" y="701883"/>
                  </a:lnTo>
                  <a:lnTo>
                    <a:pt x="607731" y="721139"/>
                  </a:lnTo>
                  <a:lnTo>
                    <a:pt x="568612" y="733026"/>
                  </a:lnTo>
                  <a:lnTo>
                    <a:pt x="527540" y="73709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</p:grpSp>
      <p:sp>
        <p:nvSpPr>
          <p:cNvPr id="18" name="object 18"/>
          <p:cNvSpPr/>
          <p:nvPr/>
        </p:nvSpPr>
        <p:spPr>
          <a:xfrm>
            <a:off x="9573944" y="4059448"/>
            <a:ext cx="7152005" cy="737235"/>
          </a:xfrm>
          <a:custGeom>
            <a:avLst/>
            <a:gdLst/>
            <a:ahLst/>
            <a:cxnLst/>
            <a:rect l="l" t="t" r="r" b="b"/>
            <a:pathLst>
              <a:path w="7152005" h="737235">
                <a:moveTo>
                  <a:pt x="6942136" y="737090"/>
                </a:moveTo>
                <a:lnTo>
                  <a:pt x="209549" y="737090"/>
                </a:lnTo>
                <a:lnTo>
                  <a:pt x="168477" y="733026"/>
                </a:lnTo>
                <a:lnTo>
                  <a:pt x="129358" y="721139"/>
                </a:lnTo>
                <a:lnTo>
                  <a:pt x="93291" y="701883"/>
                </a:lnTo>
                <a:lnTo>
                  <a:pt x="61376" y="675714"/>
                </a:lnTo>
                <a:lnTo>
                  <a:pt x="35206" y="643798"/>
                </a:lnTo>
                <a:lnTo>
                  <a:pt x="15950" y="607731"/>
                </a:lnTo>
                <a:lnTo>
                  <a:pt x="4063" y="568612"/>
                </a:lnTo>
                <a:lnTo>
                  <a:pt x="0" y="527540"/>
                </a:lnTo>
                <a:lnTo>
                  <a:pt x="0" y="209549"/>
                </a:lnTo>
                <a:lnTo>
                  <a:pt x="4063" y="168477"/>
                </a:lnTo>
                <a:lnTo>
                  <a:pt x="15950" y="129358"/>
                </a:lnTo>
                <a:lnTo>
                  <a:pt x="35206" y="93291"/>
                </a:lnTo>
                <a:lnTo>
                  <a:pt x="61376" y="61375"/>
                </a:lnTo>
                <a:lnTo>
                  <a:pt x="93291" y="35206"/>
                </a:lnTo>
                <a:lnTo>
                  <a:pt x="129358" y="15951"/>
                </a:lnTo>
                <a:lnTo>
                  <a:pt x="168477" y="4063"/>
                </a:lnTo>
                <a:lnTo>
                  <a:pt x="209549" y="0"/>
                </a:lnTo>
                <a:lnTo>
                  <a:pt x="6942136" y="0"/>
                </a:lnTo>
                <a:lnTo>
                  <a:pt x="6983208" y="4063"/>
                </a:lnTo>
                <a:lnTo>
                  <a:pt x="7022327" y="15951"/>
                </a:lnTo>
                <a:lnTo>
                  <a:pt x="7058395" y="35206"/>
                </a:lnTo>
                <a:lnTo>
                  <a:pt x="7090310" y="61375"/>
                </a:lnTo>
                <a:lnTo>
                  <a:pt x="7116479" y="93291"/>
                </a:lnTo>
                <a:lnTo>
                  <a:pt x="7135735" y="129358"/>
                </a:lnTo>
                <a:lnTo>
                  <a:pt x="7147623" y="168477"/>
                </a:lnTo>
                <a:lnTo>
                  <a:pt x="7151686" y="209549"/>
                </a:lnTo>
                <a:lnTo>
                  <a:pt x="7151686" y="527540"/>
                </a:lnTo>
                <a:lnTo>
                  <a:pt x="7147623" y="568612"/>
                </a:lnTo>
                <a:lnTo>
                  <a:pt x="7135735" y="607731"/>
                </a:lnTo>
                <a:lnTo>
                  <a:pt x="7116479" y="643798"/>
                </a:lnTo>
                <a:lnTo>
                  <a:pt x="7090310" y="675714"/>
                </a:lnTo>
                <a:lnTo>
                  <a:pt x="7058395" y="701883"/>
                </a:lnTo>
                <a:lnTo>
                  <a:pt x="7022327" y="721139"/>
                </a:lnTo>
                <a:lnTo>
                  <a:pt x="6983208" y="733026"/>
                </a:lnTo>
                <a:lnTo>
                  <a:pt x="6942136" y="73709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 lang="pt-PT" noProof="0" dirty="0"/>
          </a:p>
        </p:txBody>
      </p:sp>
      <p:sp>
        <p:nvSpPr>
          <p:cNvPr id="19" name="object 19"/>
          <p:cNvSpPr/>
          <p:nvPr/>
        </p:nvSpPr>
        <p:spPr>
          <a:xfrm>
            <a:off x="9472868" y="4059448"/>
            <a:ext cx="737235" cy="737235"/>
          </a:xfrm>
          <a:custGeom>
            <a:avLst/>
            <a:gdLst/>
            <a:ahLst/>
            <a:cxnLst/>
            <a:rect l="l" t="t" r="r" b="b"/>
            <a:pathLst>
              <a:path w="737234" h="737235">
                <a:moveTo>
                  <a:pt x="527540" y="737090"/>
                </a:moveTo>
                <a:lnTo>
                  <a:pt x="209549" y="737090"/>
                </a:lnTo>
                <a:lnTo>
                  <a:pt x="168477" y="733026"/>
                </a:lnTo>
                <a:lnTo>
                  <a:pt x="129358" y="721139"/>
                </a:lnTo>
                <a:lnTo>
                  <a:pt x="93291" y="701883"/>
                </a:lnTo>
                <a:lnTo>
                  <a:pt x="61376" y="675714"/>
                </a:lnTo>
                <a:lnTo>
                  <a:pt x="35206" y="643798"/>
                </a:lnTo>
                <a:lnTo>
                  <a:pt x="15950" y="607731"/>
                </a:lnTo>
                <a:lnTo>
                  <a:pt x="4063" y="568612"/>
                </a:lnTo>
                <a:lnTo>
                  <a:pt x="0" y="527540"/>
                </a:lnTo>
                <a:lnTo>
                  <a:pt x="0" y="209549"/>
                </a:lnTo>
                <a:lnTo>
                  <a:pt x="4063" y="168477"/>
                </a:lnTo>
                <a:lnTo>
                  <a:pt x="15950" y="129358"/>
                </a:lnTo>
                <a:lnTo>
                  <a:pt x="35206" y="93291"/>
                </a:lnTo>
                <a:lnTo>
                  <a:pt x="61376" y="61375"/>
                </a:lnTo>
                <a:lnTo>
                  <a:pt x="93291" y="35206"/>
                </a:lnTo>
                <a:lnTo>
                  <a:pt x="129358" y="15951"/>
                </a:lnTo>
                <a:lnTo>
                  <a:pt x="168477" y="4063"/>
                </a:lnTo>
                <a:lnTo>
                  <a:pt x="209549" y="0"/>
                </a:lnTo>
                <a:lnTo>
                  <a:pt x="527540" y="0"/>
                </a:lnTo>
                <a:lnTo>
                  <a:pt x="568612" y="4063"/>
                </a:lnTo>
                <a:lnTo>
                  <a:pt x="607731" y="15951"/>
                </a:lnTo>
                <a:lnTo>
                  <a:pt x="643799" y="35206"/>
                </a:lnTo>
                <a:lnTo>
                  <a:pt x="675714" y="61375"/>
                </a:lnTo>
                <a:lnTo>
                  <a:pt x="701883" y="93291"/>
                </a:lnTo>
                <a:lnTo>
                  <a:pt x="721139" y="129358"/>
                </a:lnTo>
                <a:lnTo>
                  <a:pt x="733027" y="168477"/>
                </a:lnTo>
                <a:lnTo>
                  <a:pt x="737090" y="209549"/>
                </a:lnTo>
                <a:lnTo>
                  <a:pt x="737090" y="527540"/>
                </a:lnTo>
                <a:lnTo>
                  <a:pt x="733027" y="568612"/>
                </a:lnTo>
                <a:lnTo>
                  <a:pt x="721139" y="607731"/>
                </a:lnTo>
                <a:lnTo>
                  <a:pt x="701883" y="643798"/>
                </a:lnTo>
                <a:lnTo>
                  <a:pt x="675714" y="675714"/>
                </a:lnTo>
                <a:lnTo>
                  <a:pt x="643799" y="701883"/>
                </a:lnTo>
                <a:lnTo>
                  <a:pt x="607731" y="721139"/>
                </a:lnTo>
                <a:lnTo>
                  <a:pt x="568612" y="733026"/>
                </a:lnTo>
                <a:lnTo>
                  <a:pt x="527540" y="73709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pt-PT" noProof="0" dirty="0"/>
          </a:p>
        </p:txBody>
      </p:sp>
      <p:sp>
        <p:nvSpPr>
          <p:cNvPr id="20" name="object 20"/>
          <p:cNvSpPr/>
          <p:nvPr/>
        </p:nvSpPr>
        <p:spPr>
          <a:xfrm>
            <a:off x="9573944" y="5104415"/>
            <a:ext cx="7152005" cy="737235"/>
          </a:xfrm>
          <a:custGeom>
            <a:avLst/>
            <a:gdLst/>
            <a:ahLst/>
            <a:cxnLst/>
            <a:rect l="l" t="t" r="r" b="b"/>
            <a:pathLst>
              <a:path w="7152005" h="737235">
                <a:moveTo>
                  <a:pt x="6942136" y="737090"/>
                </a:moveTo>
                <a:lnTo>
                  <a:pt x="209549" y="737090"/>
                </a:lnTo>
                <a:lnTo>
                  <a:pt x="168477" y="733026"/>
                </a:lnTo>
                <a:lnTo>
                  <a:pt x="129358" y="721139"/>
                </a:lnTo>
                <a:lnTo>
                  <a:pt x="93291" y="701883"/>
                </a:lnTo>
                <a:lnTo>
                  <a:pt x="61376" y="675714"/>
                </a:lnTo>
                <a:lnTo>
                  <a:pt x="35206" y="643798"/>
                </a:lnTo>
                <a:lnTo>
                  <a:pt x="15950" y="607731"/>
                </a:lnTo>
                <a:lnTo>
                  <a:pt x="4063" y="568612"/>
                </a:lnTo>
                <a:lnTo>
                  <a:pt x="0" y="527540"/>
                </a:lnTo>
                <a:lnTo>
                  <a:pt x="0" y="209550"/>
                </a:lnTo>
                <a:lnTo>
                  <a:pt x="4063" y="168477"/>
                </a:lnTo>
                <a:lnTo>
                  <a:pt x="15950" y="129358"/>
                </a:lnTo>
                <a:lnTo>
                  <a:pt x="35206" y="93291"/>
                </a:lnTo>
                <a:lnTo>
                  <a:pt x="61376" y="61375"/>
                </a:lnTo>
                <a:lnTo>
                  <a:pt x="93291" y="35206"/>
                </a:lnTo>
                <a:lnTo>
                  <a:pt x="129358" y="15951"/>
                </a:lnTo>
                <a:lnTo>
                  <a:pt x="168477" y="4063"/>
                </a:lnTo>
                <a:lnTo>
                  <a:pt x="209549" y="0"/>
                </a:lnTo>
                <a:lnTo>
                  <a:pt x="6942136" y="0"/>
                </a:lnTo>
                <a:lnTo>
                  <a:pt x="6983208" y="4063"/>
                </a:lnTo>
                <a:lnTo>
                  <a:pt x="7022327" y="15951"/>
                </a:lnTo>
                <a:lnTo>
                  <a:pt x="7058395" y="35206"/>
                </a:lnTo>
                <a:lnTo>
                  <a:pt x="7090310" y="61375"/>
                </a:lnTo>
                <a:lnTo>
                  <a:pt x="7116479" y="93291"/>
                </a:lnTo>
                <a:lnTo>
                  <a:pt x="7135735" y="129358"/>
                </a:lnTo>
                <a:lnTo>
                  <a:pt x="7147623" y="168477"/>
                </a:lnTo>
                <a:lnTo>
                  <a:pt x="7151686" y="209550"/>
                </a:lnTo>
                <a:lnTo>
                  <a:pt x="7151686" y="527540"/>
                </a:lnTo>
                <a:lnTo>
                  <a:pt x="7147623" y="568612"/>
                </a:lnTo>
                <a:lnTo>
                  <a:pt x="7135735" y="607731"/>
                </a:lnTo>
                <a:lnTo>
                  <a:pt x="7116479" y="643798"/>
                </a:lnTo>
                <a:lnTo>
                  <a:pt x="7090310" y="675714"/>
                </a:lnTo>
                <a:lnTo>
                  <a:pt x="7058395" y="701883"/>
                </a:lnTo>
                <a:lnTo>
                  <a:pt x="7022327" y="721139"/>
                </a:lnTo>
                <a:lnTo>
                  <a:pt x="6983208" y="733026"/>
                </a:lnTo>
                <a:lnTo>
                  <a:pt x="6942136" y="73709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 lang="pt-PT" noProof="0" dirty="0"/>
          </a:p>
        </p:txBody>
      </p:sp>
      <p:sp>
        <p:nvSpPr>
          <p:cNvPr id="21" name="object 21"/>
          <p:cNvSpPr/>
          <p:nvPr/>
        </p:nvSpPr>
        <p:spPr>
          <a:xfrm>
            <a:off x="9472868" y="5104415"/>
            <a:ext cx="737235" cy="737235"/>
          </a:xfrm>
          <a:custGeom>
            <a:avLst/>
            <a:gdLst/>
            <a:ahLst/>
            <a:cxnLst/>
            <a:rect l="l" t="t" r="r" b="b"/>
            <a:pathLst>
              <a:path w="737234" h="737235">
                <a:moveTo>
                  <a:pt x="527540" y="737090"/>
                </a:moveTo>
                <a:lnTo>
                  <a:pt x="209549" y="737090"/>
                </a:lnTo>
                <a:lnTo>
                  <a:pt x="168477" y="733026"/>
                </a:lnTo>
                <a:lnTo>
                  <a:pt x="129358" y="721139"/>
                </a:lnTo>
                <a:lnTo>
                  <a:pt x="93291" y="701883"/>
                </a:lnTo>
                <a:lnTo>
                  <a:pt x="61376" y="675714"/>
                </a:lnTo>
                <a:lnTo>
                  <a:pt x="35206" y="643798"/>
                </a:lnTo>
                <a:lnTo>
                  <a:pt x="15950" y="607731"/>
                </a:lnTo>
                <a:lnTo>
                  <a:pt x="4063" y="568612"/>
                </a:lnTo>
                <a:lnTo>
                  <a:pt x="0" y="527540"/>
                </a:lnTo>
                <a:lnTo>
                  <a:pt x="0" y="209550"/>
                </a:lnTo>
                <a:lnTo>
                  <a:pt x="4063" y="168477"/>
                </a:lnTo>
                <a:lnTo>
                  <a:pt x="15950" y="129358"/>
                </a:lnTo>
                <a:lnTo>
                  <a:pt x="35206" y="93291"/>
                </a:lnTo>
                <a:lnTo>
                  <a:pt x="61376" y="61375"/>
                </a:lnTo>
                <a:lnTo>
                  <a:pt x="93291" y="35206"/>
                </a:lnTo>
                <a:lnTo>
                  <a:pt x="129358" y="15951"/>
                </a:lnTo>
                <a:lnTo>
                  <a:pt x="168477" y="4063"/>
                </a:lnTo>
                <a:lnTo>
                  <a:pt x="209549" y="0"/>
                </a:lnTo>
                <a:lnTo>
                  <a:pt x="527540" y="0"/>
                </a:lnTo>
                <a:lnTo>
                  <a:pt x="568612" y="4063"/>
                </a:lnTo>
                <a:lnTo>
                  <a:pt x="607731" y="15951"/>
                </a:lnTo>
                <a:lnTo>
                  <a:pt x="643799" y="35206"/>
                </a:lnTo>
                <a:lnTo>
                  <a:pt x="675714" y="61375"/>
                </a:lnTo>
                <a:lnTo>
                  <a:pt x="701883" y="93291"/>
                </a:lnTo>
                <a:lnTo>
                  <a:pt x="721139" y="129358"/>
                </a:lnTo>
                <a:lnTo>
                  <a:pt x="733027" y="168477"/>
                </a:lnTo>
                <a:lnTo>
                  <a:pt x="737090" y="209550"/>
                </a:lnTo>
                <a:lnTo>
                  <a:pt x="737090" y="527540"/>
                </a:lnTo>
                <a:lnTo>
                  <a:pt x="733027" y="568612"/>
                </a:lnTo>
                <a:lnTo>
                  <a:pt x="721139" y="607731"/>
                </a:lnTo>
                <a:lnTo>
                  <a:pt x="701883" y="643798"/>
                </a:lnTo>
                <a:lnTo>
                  <a:pt x="675714" y="675714"/>
                </a:lnTo>
                <a:lnTo>
                  <a:pt x="643799" y="701883"/>
                </a:lnTo>
                <a:lnTo>
                  <a:pt x="607731" y="721139"/>
                </a:lnTo>
                <a:lnTo>
                  <a:pt x="568612" y="733026"/>
                </a:lnTo>
                <a:lnTo>
                  <a:pt x="527540" y="73709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pt-PT" noProof="0" dirty="0"/>
          </a:p>
        </p:txBody>
      </p:sp>
      <p:sp>
        <p:nvSpPr>
          <p:cNvPr id="22" name="object 22"/>
          <p:cNvSpPr/>
          <p:nvPr/>
        </p:nvSpPr>
        <p:spPr>
          <a:xfrm>
            <a:off x="9573944" y="6149381"/>
            <a:ext cx="7152005" cy="737235"/>
          </a:xfrm>
          <a:custGeom>
            <a:avLst/>
            <a:gdLst/>
            <a:ahLst/>
            <a:cxnLst/>
            <a:rect l="l" t="t" r="r" b="b"/>
            <a:pathLst>
              <a:path w="7152005" h="737234">
                <a:moveTo>
                  <a:pt x="6942136" y="737090"/>
                </a:moveTo>
                <a:lnTo>
                  <a:pt x="209549" y="737090"/>
                </a:lnTo>
                <a:lnTo>
                  <a:pt x="168477" y="733026"/>
                </a:lnTo>
                <a:lnTo>
                  <a:pt x="129358" y="721139"/>
                </a:lnTo>
                <a:lnTo>
                  <a:pt x="93291" y="701883"/>
                </a:lnTo>
                <a:lnTo>
                  <a:pt x="61376" y="675714"/>
                </a:lnTo>
                <a:lnTo>
                  <a:pt x="35206" y="643798"/>
                </a:lnTo>
                <a:lnTo>
                  <a:pt x="15950" y="607731"/>
                </a:lnTo>
                <a:lnTo>
                  <a:pt x="4063" y="568612"/>
                </a:lnTo>
                <a:lnTo>
                  <a:pt x="0" y="527540"/>
                </a:lnTo>
                <a:lnTo>
                  <a:pt x="0" y="209549"/>
                </a:lnTo>
                <a:lnTo>
                  <a:pt x="4063" y="168477"/>
                </a:lnTo>
                <a:lnTo>
                  <a:pt x="15950" y="129358"/>
                </a:lnTo>
                <a:lnTo>
                  <a:pt x="35206" y="93291"/>
                </a:lnTo>
                <a:lnTo>
                  <a:pt x="61376" y="61375"/>
                </a:lnTo>
                <a:lnTo>
                  <a:pt x="93291" y="35206"/>
                </a:lnTo>
                <a:lnTo>
                  <a:pt x="129358" y="15951"/>
                </a:lnTo>
                <a:lnTo>
                  <a:pt x="168477" y="4063"/>
                </a:lnTo>
                <a:lnTo>
                  <a:pt x="209549" y="0"/>
                </a:lnTo>
                <a:lnTo>
                  <a:pt x="6942136" y="0"/>
                </a:lnTo>
                <a:lnTo>
                  <a:pt x="6983208" y="4063"/>
                </a:lnTo>
                <a:lnTo>
                  <a:pt x="7022327" y="15951"/>
                </a:lnTo>
                <a:lnTo>
                  <a:pt x="7058395" y="35206"/>
                </a:lnTo>
                <a:lnTo>
                  <a:pt x="7090310" y="61375"/>
                </a:lnTo>
                <a:lnTo>
                  <a:pt x="7116479" y="93291"/>
                </a:lnTo>
                <a:lnTo>
                  <a:pt x="7135735" y="129358"/>
                </a:lnTo>
                <a:lnTo>
                  <a:pt x="7147623" y="168477"/>
                </a:lnTo>
                <a:lnTo>
                  <a:pt x="7151686" y="209549"/>
                </a:lnTo>
                <a:lnTo>
                  <a:pt x="7151686" y="527540"/>
                </a:lnTo>
                <a:lnTo>
                  <a:pt x="7147623" y="568612"/>
                </a:lnTo>
                <a:lnTo>
                  <a:pt x="7135735" y="607731"/>
                </a:lnTo>
                <a:lnTo>
                  <a:pt x="7116479" y="643798"/>
                </a:lnTo>
                <a:lnTo>
                  <a:pt x="7090310" y="675714"/>
                </a:lnTo>
                <a:lnTo>
                  <a:pt x="7058395" y="701883"/>
                </a:lnTo>
                <a:lnTo>
                  <a:pt x="7022327" y="721139"/>
                </a:lnTo>
                <a:lnTo>
                  <a:pt x="6983208" y="733026"/>
                </a:lnTo>
                <a:lnTo>
                  <a:pt x="6942136" y="73709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 lang="pt-PT" noProof="0" dirty="0"/>
          </a:p>
        </p:txBody>
      </p:sp>
      <p:sp>
        <p:nvSpPr>
          <p:cNvPr id="23" name="object 23"/>
          <p:cNvSpPr/>
          <p:nvPr/>
        </p:nvSpPr>
        <p:spPr>
          <a:xfrm>
            <a:off x="9472868" y="6149381"/>
            <a:ext cx="737235" cy="737235"/>
          </a:xfrm>
          <a:custGeom>
            <a:avLst/>
            <a:gdLst/>
            <a:ahLst/>
            <a:cxnLst/>
            <a:rect l="l" t="t" r="r" b="b"/>
            <a:pathLst>
              <a:path w="737234" h="737234">
                <a:moveTo>
                  <a:pt x="527540" y="737090"/>
                </a:moveTo>
                <a:lnTo>
                  <a:pt x="209549" y="737090"/>
                </a:lnTo>
                <a:lnTo>
                  <a:pt x="168477" y="733026"/>
                </a:lnTo>
                <a:lnTo>
                  <a:pt x="129358" y="721139"/>
                </a:lnTo>
                <a:lnTo>
                  <a:pt x="93291" y="701883"/>
                </a:lnTo>
                <a:lnTo>
                  <a:pt x="61376" y="675714"/>
                </a:lnTo>
                <a:lnTo>
                  <a:pt x="35206" y="643798"/>
                </a:lnTo>
                <a:lnTo>
                  <a:pt x="15950" y="607731"/>
                </a:lnTo>
                <a:lnTo>
                  <a:pt x="4063" y="568612"/>
                </a:lnTo>
                <a:lnTo>
                  <a:pt x="0" y="527540"/>
                </a:lnTo>
                <a:lnTo>
                  <a:pt x="0" y="209549"/>
                </a:lnTo>
                <a:lnTo>
                  <a:pt x="4063" y="168477"/>
                </a:lnTo>
                <a:lnTo>
                  <a:pt x="15950" y="129358"/>
                </a:lnTo>
                <a:lnTo>
                  <a:pt x="35206" y="93291"/>
                </a:lnTo>
                <a:lnTo>
                  <a:pt x="61376" y="61375"/>
                </a:lnTo>
                <a:lnTo>
                  <a:pt x="93291" y="35206"/>
                </a:lnTo>
                <a:lnTo>
                  <a:pt x="129358" y="15951"/>
                </a:lnTo>
                <a:lnTo>
                  <a:pt x="168477" y="4063"/>
                </a:lnTo>
                <a:lnTo>
                  <a:pt x="209549" y="0"/>
                </a:lnTo>
                <a:lnTo>
                  <a:pt x="527540" y="0"/>
                </a:lnTo>
                <a:lnTo>
                  <a:pt x="568612" y="4063"/>
                </a:lnTo>
                <a:lnTo>
                  <a:pt x="607731" y="15951"/>
                </a:lnTo>
                <a:lnTo>
                  <a:pt x="643799" y="35206"/>
                </a:lnTo>
                <a:lnTo>
                  <a:pt x="675714" y="61375"/>
                </a:lnTo>
                <a:lnTo>
                  <a:pt x="701883" y="93291"/>
                </a:lnTo>
                <a:lnTo>
                  <a:pt x="721139" y="129358"/>
                </a:lnTo>
                <a:lnTo>
                  <a:pt x="733027" y="168477"/>
                </a:lnTo>
                <a:lnTo>
                  <a:pt x="737090" y="209549"/>
                </a:lnTo>
                <a:lnTo>
                  <a:pt x="737090" y="527540"/>
                </a:lnTo>
                <a:lnTo>
                  <a:pt x="733027" y="568612"/>
                </a:lnTo>
                <a:lnTo>
                  <a:pt x="721139" y="607731"/>
                </a:lnTo>
                <a:lnTo>
                  <a:pt x="701883" y="643798"/>
                </a:lnTo>
                <a:lnTo>
                  <a:pt x="675714" y="675714"/>
                </a:lnTo>
                <a:lnTo>
                  <a:pt x="643799" y="701883"/>
                </a:lnTo>
                <a:lnTo>
                  <a:pt x="607731" y="721139"/>
                </a:lnTo>
                <a:lnTo>
                  <a:pt x="568612" y="733026"/>
                </a:lnTo>
                <a:lnTo>
                  <a:pt x="527540" y="73709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pt-PT" noProof="0" dirty="0"/>
          </a:p>
        </p:txBody>
      </p:sp>
      <p:grpSp>
        <p:nvGrpSpPr>
          <p:cNvPr id="24" name="object 24"/>
          <p:cNvGrpSpPr/>
          <p:nvPr/>
        </p:nvGrpSpPr>
        <p:grpSpPr>
          <a:xfrm>
            <a:off x="1563850" y="7184726"/>
            <a:ext cx="7252970" cy="737235"/>
            <a:chOff x="1563850" y="7184726"/>
            <a:chExt cx="7252970" cy="737235"/>
          </a:xfrm>
        </p:grpSpPr>
        <p:sp>
          <p:nvSpPr>
            <p:cNvPr id="25" name="object 25"/>
            <p:cNvSpPr/>
            <p:nvPr/>
          </p:nvSpPr>
          <p:spPr>
            <a:xfrm>
              <a:off x="1664926" y="7184726"/>
              <a:ext cx="7152005" cy="737235"/>
            </a:xfrm>
            <a:custGeom>
              <a:avLst/>
              <a:gdLst/>
              <a:ahLst/>
              <a:cxnLst/>
              <a:rect l="l" t="t" r="r" b="b"/>
              <a:pathLst>
                <a:path w="7152005" h="737234">
                  <a:moveTo>
                    <a:pt x="6942137" y="737090"/>
                  </a:moveTo>
                  <a:lnTo>
                    <a:pt x="209549" y="737090"/>
                  </a:lnTo>
                  <a:lnTo>
                    <a:pt x="168477" y="733027"/>
                  </a:lnTo>
                  <a:lnTo>
                    <a:pt x="129358" y="721139"/>
                  </a:lnTo>
                  <a:lnTo>
                    <a:pt x="93291" y="701883"/>
                  </a:lnTo>
                  <a:lnTo>
                    <a:pt x="61375" y="675714"/>
                  </a:lnTo>
                  <a:lnTo>
                    <a:pt x="35206" y="643798"/>
                  </a:lnTo>
                  <a:lnTo>
                    <a:pt x="15951" y="607731"/>
                  </a:lnTo>
                  <a:lnTo>
                    <a:pt x="4063" y="568612"/>
                  </a:lnTo>
                  <a:lnTo>
                    <a:pt x="0" y="527540"/>
                  </a:lnTo>
                  <a:lnTo>
                    <a:pt x="0" y="209549"/>
                  </a:lnTo>
                  <a:lnTo>
                    <a:pt x="4063" y="168477"/>
                  </a:lnTo>
                  <a:lnTo>
                    <a:pt x="15951" y="129358"/>
                  </a:lnTo>
                  <a:lnTo>
                    <a:pt x="35206" y="93291"/>
                  </a:lnTo>
                  <a:lnTo>
                    <a:pt x="61375" y="61376"/>
                  </a:lnTo>
                  <a:lnTo>
                    <a:pt x="93291" y="35206"/>
                  </a:lnTo>
                  <a:lnTo>
                    <a:pt x="129358" y="15950"/>
                  </a:lnTo>
                  <a:lnTo>
                    <a:pt x="168477" y="4063"/>
                  </a:lnTo>
                  <a:lnTo>
                    <a:pt x="209549" y="0"/>
                  </a:lnTo>
                  <a:lnTo>
                    <a:pt x="6942137" y="0"/>
                  </a:lnTo>
                  <a:lnTo>
                    <a:pt x="6983208" y="4063"/>
                  </a:lnTo>
                  <a:lnTo>
                    <a:pt x="7022327" y="15950"/>
                  </a:lnTo>
                  <a:lnTo>
                    <a:pt x="7058394" y="35206"/>
                  </a:lnTo>
                  <a:lnTo>
                    <a:pt x="7090310" y="61376"/>
                  </a:lnTo>
                  <a:lnTo>
                    <a:pt x="7116479" y="93291"/>
                  </a:lnTo>
                  <a:lnTo>
                    <a:pt x="7135734" y="129358"/>
                  </a:lnTo>
                  <a:lnTo>
                    <a:pt x="7147622" y="168477"/>
                  </a:lnTo>
                  <a:lnTo>
                    <a:pt x="7151685" y="209549"/>
                  </a:lnTo>
                  <a:lnTo>
                    <a:pt x="7151685" y="527540"/>
                  </a:lnTo>
                  <a:lnTo>
                    <a:pt x="7147622" y="568612"/>
                  </a:lnTo>
                  <a:lnTo>
                    <a:pt x="7135734" y="607731"/>
                  </a:lnTo>
                  <a:lnTo>
                    <a:pt x="7116479" y="643798"/>
                  </a:lnTo>
                  <a:lnTo>
                    <a:pt x="7090310" y="675714"/>
                  </a:lnTo>
                  <a:lnTo>
                    <a:pt x="7058394" y="701883"/>
                  </a:lnTo>
                  <a:lnTo>
                    <a:pt x="7022327" y="721139"/>
                  </a:lnTo>
                  <a:lnTo>
                    <a:pt x="6983208" y="733027"/>
                  </a:lnTo>
                  <a:lnTo>
                    <a:pt x="6942137" y="73709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  <p:sp>
          <p:nvSpPr>
            <p:cNvPr id="26" name="object 26"/>
            <p:cNvSpPr/>
            <p:nvPr/>
          </p:nvSpPr>
          <p:spPr>
            <a:xfrm>
              <a:off x="1563850" y="7184726"/>
              <a:ext cx="737235" cy="737235"/>
            </a:xfrm>
            <a:custGeom>
              <a:avLst/>
              <a:gdLst/>
              <a:ahLst/>
              <a:cxnLst/>
              <a:rect l="l" t="t" r="r" b="b"/>
              <a:pathLst>
                <a:path w="737235" h="737234">
                  <a:moveTo>
                    <a:pt x="527540" y="737090"/>
                  </a:moveTo>
                  <a:lnTo>
                    <a:pt x="209549" y="737090"/>
                  </a:lnTo>
                  <a:lnTo>
                    <a:pt x="168477" y="733027"/>
                  </a:lnTo>
                  <a:lnTo>
                    <a:pt x="129358" y="721139"/>
                  </a:lnTo>
                  <a:lnTo>
                    <a:pt x="93291" y="701883"/>
                  </a:lnTo>
                  <a:lnTo>
                    <a:pt x="61375" y="675714"/>
                  </a:lnTo>
                  <a:lnTo>
                    <a:pt x="35206" y="643798"/>
                  </a:lnTo>
                  <a:lnTo>
                    <a:pt x="15951" y="607731"/>
                  </a:lnTo>
                  <a:lnTo>
                    <a:pt x="4063" y="568612"/>
                  </a:lnTo>
                  <a:lnTo>
                    <a:pt x="0" y="527540"/>
                  </a:lnTo>
                  <a:lnTo>
                    <a:pt x="0" y="209549"/>
                  </a:lnTo>
                  <a:lnTo>
                    <a:pt x="4063" y="168477"/>
                  </a:lnTo>
                  <a:lnTo>
                    <a:pt x="15951" y="129358"/>
                  </a:lnTo>
                  <a:lnTo>
                    <a:pt x="35206" y="93291"/>
                  </a:lnTo>
                  <a:lnTo>
                    <a:pt x="61375" y="61376"/>
                  </a:lnTo>
                  <a:lnTo>
                    <a:pt x="93291" y="35206"/>
                  </a:lnTo>
                  <a:lnTo>
                    <a:pt x="129358" y="15950"/>
                  </a:lnTo>
                  <a:lnTo>
                    <a:pt x="168477" y="4063"/>
                  </a:lnTo>
                  <a:lnTo>
                    <a:pt x="209549" y="0"/>
                  </a:lnTo>
                  <a:lnTo>
                    <a:pt x="527540" y="0"/>
                  </a:lnTo>
                  <a:lnTo>
                    <a:pt x="568612" y="4063"/>
                  </a:lnTo>
                  <a:lnTo>
                    <a:pt x="607731" y="15950"/>
                  </a:lnTo>
                  <a:lnTo>
                    <a:pt x="643798" y="35206"/>
                  </a:lnTo>
                  <a:lnTo>
                    <a:pt x="675714" y="61376"/>
                  </a:lnTo>
                  <a:lnTo>
                    <a:pt x="701883" y="93291"/>
                  </a:lnTo>
                  <a:lnTo>
                    <a:pt x="721139" y="129358"/>
                  </a:lnTo>
                  <a:lnTo>
                    <a:pt x="733026" y="168477"/>
                  </a:lnTo>
                  <a:lnTo>
                    <a:pt x="737090" y="209549"/>
                  </a:lnTo>
                  <a:lnTo>
                    <a:pt x="737090" y="527540"/>
                  </a:lnTo>
                  <a:lnTo>
                    <a:pt x="733026" y="568612"/>
                  </a:lnTo>
                  <a:lnTo>
                    <a:pt x="721139" y="607731"/>
                  </a:lnTo>
                  <a:lnTo>
                    <a:pt x="701883" y="643798"/>
                  </a:lnTo>
                  <a:lnTo>
                    <a:pt x="675714" y="675714"/>
                  </a:lnTo>
                  <a:lnTo>
                    <a:pt x="643798" y="701883"/>
                  </a:lnTo>
                  <a:lnTo>
                    <a:pt x="607731" y="721139"/>
                  </a:lnTo>
                  <a:lnTo>
                    <a:pt x="568612" y="733027"/>
                  </a:lnTo>
                  <a:lnTo>
                    <a:pt x="527540" y="73709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</p:grpSp>
      <p:sp>
        <p:nvSpPr>
          <p:cNvPr id="27" name="object 27"/>
          <p:cNvSpPr/>
          <p:nvPr/>
        </p:nvSpPr>
        <p:spPr>
          <a:xfrm>
            <a:off x="9573944" y="7184726"/>
            <a:ext cx="7152005" cy="737235"/>
          </a:xfrm>
          <a:custGeom>
            <a:avLst/>
            <a:gdLst/>
            <a:ahLst/>
            <a:cxnLst/>
            <a:rect l="l" t="t" r="r" b="b"/>
            <a:pathLst>
              <a:path w="7152005" h="737234">
                <a:moveTo>
                  <a:pt x="6942136" y="737090"/>
                </a:moveTo>
                <a:lnTo>
                  <a:pt x="209549" y="737090"/>
                </a:lnTo>
                <a:lnTo>
                  <a:pt x="168477" y="733027"/>
                </a:lnTo>
                <a:lnTo>
                  <a:pt x="129358" y="721139"/>
                </a:lnTo>
                <a:lnTo>
                  <a:pt x="93291" y="701883"/>
                </a:lnTo>
                <a:lnTo>
                  <a:pt x="61376" y="675714"/>
                </a:lnTo>
                <a:lnTo>
                  <a:pt x="35206" y="643798"/>
                </a:lnTo>
                <a:lnTo>
                  <a:pt x="15950" y="607731"/>
                </a:lnTo>
                <a:lnTo>
                  <a:pt x="4063" y="568612"/>
                </a:lnTo>
                <a:lnTo>
                  <a:pt x="0" y="527540"/>
                </a:lnTo>
                <a:lnTo>
                  <a:pt x="0" y="209549"/>
                </a:lnTo>
                <a:lnTo>
                  <a:pt x="4063" y="168477"/>
                </a:lnTo>
                <a:lnTo>
                  <a:pt x="15950" y="129358"/>
                </a:lnTo>
                <a:lnTo>
                  <a:pt x="35206" y="93291"/>
                </a:lnTo>
                <a:lnTo>
                  <a:pt x="61376" y="61376"/>
                </a:lnTo>
                <a:lnTo>
                  <a:pt x="93291" y="35206"/>
                </a:lnTo>
                <a:lnTo>
                  <a:pt x="129358" y="15950"/>
                </a:lnTo>
                <a:lnTo>
                  <a:pt x="168477" y="4063"/>
                </a:lnTo>
                <a:lnTo>
                  <a:pt x="209549" y="0"/>
                </a:lnTo>
                <a:lnTo>
                  <a:pt x="6942136" y="0"/>
                </a:lnTo>
                <a:lnTo>
                  <a:pt x="6983208" y="4063"/>
                </a:lnTo>
                <a:lnTo>
                  <a:pt x="7022327" y="15950"/>
                </a:lnTo>
                <a:lnTo>
                  <a:pt x="7058395" y="35206"/>
                </a:lnTo>
                <a:lnTo>
                  <a:pt x="7090310" y="61376"/>
                </a:lnTo>
                <a:lnTo>
                  <a:pt x="7116479" y="93291"/>
                </a:lnTo>
                <a:lnTo>
                  <a:pt x="7135735" y="129358"/>
                </a:lnTo>
                <a:lnTo>
                  <a:pt x="7147623" y="168477"/>
                </a:lnTo>
                <a:lnTo>
                  <a:pt x="7151686" y="209549"/>
                </a:lnTo>
                <a:lnTo>
                  <a:pt x="7151686" y="527540"/>
                </a:lnTo>
                <a:lnTo>
                  <a:pt x="7147623" y="568612"/>
                </a:lnTo>
                <a:lnTo>
                  <a:pt x="7135735" y="607731"/>
                </a:lnTo>
                <a:lnTo>
                  <a:pt x="7116479" y="643798"/>
                </a:lnTo>
                <a:lnTo>
                  <a:pt x="7090310" y="675714"/>
                </a:lnTo>
                <a:lnTo>
                  <a:pt x="7058395" y="701883"/>
                </a:lnTo>
                <a:lnTo>
                  <a:pt x="7022327" y="721139"/>
                </a:lnTo>
                <a:lnTo>
                  <a:pt x="6983208" y="733027"/>
                </a:lnTo>
                <a:lnTo>
                  <a:pt x="6942136" y="73709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 lang="pt-PT" noProof="0" dirty="0"/>
          </a:p>
        </p:txBody>
      </p:sp>
      <p:sp>
        <p:nvSpPr>
          <p:cNvPr id="28" name="object 28"/>
          <p:cNvSpPr/>
          <p:nvPr/>
        </p:nvSpPr>
        <p:spPr>
          <a:xfrm>
            <a:off x="9472868" y="7184726"/>
            <a:ext cx="737235" cy="737235"/>
          </a:xfrm>
          <a:custGeom>
            <a:avLst/>
            <a:gdLst/>
            <a:ahLst/>
            <a:cxnLst/>
            <a:rect l="l" t="t" r="r" b="b"/>
            <a:pathLst>
              <a:path w="737234" h="737234">
                <a:moveTo>
                  <a:pt x="527540" y="737090"/>
                </a:moveTo>
                <a:lnTo>
                  <a:pt x="209549" y="737090"/>
                </a:lnTo>
                <a:lnTo>
                  <a:pt x="168477" y="733027"/>
                </a:lnTo>
                <a:lnTo>
                  <a:pt x="129358" y="721139"/>
                </a:lnTo>
                <a:lnTo>
                  <a:pt x="93291" y="701883"/>
                </a:lnTo>
                <a:lnTo>
                  <a:pt x="61376" y="675714"/>
                </a:lnTo>
                <a:lnTo>
                  <a:pt x="35206" y="643798"/>
                </a:lnTo>
                <a:lnTo>
                  <a:pt x="15950" y="607731"/>
                </a:lnTo>
                <a:lnTo>
                  <a:pt x="4063" y="568612"/>
                </a:lnTo>
                <a:lnTo>
                  <a:pt x="0" y="527540"/>
                </a:lnTo>
                <a:lnTo>
                  <a:pt x="0" y="209549"/>
                </a:lnTo>
                <a:lnTo>
                  <a:pt x="4063" y="168477"/>
                </a:lnTo>
                <a:lnTo>
                  <a:pt x="15950" y="129358"/>
                </a:lnTo>
                <a:lnTo>
                  <a:pt x="35206" y="93291"/>
                </a:lnTo>
                <a:lnTo>
                  <a:pt x="61376" y="61376"/>
                </a:lnTo>
                <a:lnTo>
                  <a:pt x="93291" y="35206"/>
                </a:lnTo>
                <a:lnTo>
                  <a:pt x="129358" y="15950"/>
                </a:lnTo>
                <a:lnTo>
                  <a:pt x="168477" y="4063"/>
                </a:lnTo>
                <a:lnTo>
                  <a:pt x="209549" y="0"/>
                </a:lnTo>
                <a:lnTo>
                  <a:pt x="527540" y="0"/>
                </a:lnTo>
                <a:lnTo>
                  <a:pt x="568612" y="4063"/>
                </a:lnTo>
                <a:lnTo>
                  <a:pt x="607731" y="15950"/>
                </a:lnTo>
                <a:lnTo>
                  <a:pt x="643799" y="35206"/>
                </a:lnTo>
                <a:lnTo>
                  <a:pt x="675714" y="61376"/>
                </a:lnTo>
                <a:lnTo>
                  <a:pt x="701883" y="93291"/>
                </a:lnTo>
                <a:lnTo>
                  <a:pt x="721139" y="129358"/>
                </a:lnTo>
                <a:lnTo>
                  <a:pt x="733027" y="168477"/>
                </a:lnTo>
                <a:lnTo>
                  <a:pt x="737090" y="209549"/>
                </a:lnTo>
                <a:lnTo>
                  <a:pt x="737090" y="527540"/>
                </a:lnTo>
                <a:lnTo>
                  <a:pt x="733027" y="568612"/>
                </a:lnTo>
                <a:lnTo>
                  <a:pt x="721139" y="607731"/>
                </a:lnTo>
                <a:lnTo>
                  <a:pt x="701883" y="643798"/>
                </a:lnTo>
                <a:lnTo>
                  <a:pt x="675714" y="675714"/>
                </a:lnTo>
                <a:lnTo>
                  <a:pt x="643799" y="701883"/>
                </a:lnTo>
                <a:lnTo>
                  <a:pt x="607731" y="721139"/>
                </a:lnTo>
                <a:lnTo>
                  <a:pt x="568612" y="733027"/>
                </a:lnTo>
                <a:lnTo>
                  <a:pt x="527540" y="73709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pt-PT" noProof="0" dirty="0"/>
          </a:p>
        </p:txBody>
      </p:sp>
      <p:grpSp>
        <p:nvGrpSpPr>
          <p:cNvPr id="29" name="object 29"/>
          <p:cNvGrpSpPr/>
          <p:nvPr/>
        </p:nvGrpSpPr>
        <p:grpSpPr>
          <a:xfrm>
            <a:off x="1563850" y="8226617"/>
            <a:ext cx="7252970" cy="737235"/>
            <a:chOff x="1563850" y="8226617"/>
            <a:chExt cx="7252970" cy="737235"/>
          </a:xfrm>
        </p:grpSpPr>
        <p:sp>
          <p:nvSpPr>
            <p:cNvPr id="30" name="object 30"/>
            <p:cNvSpPr/>
            <p:nvPr/>
          </p:nvSpPr>
          <p:spPr>
            <a:xfrm>
              <a:off x="1664926" y="8226617"/>
              <a:ext cx="7152005" cy="737235"/>
            </a:xfrm>
            <a:custGeom>
              <a:avLst/>
              <a:gdLst/>
              <a:ahLst/>
              <a:cxnLst/>
              <a:rect l="l" t="t" r="r" b="b"/>
              <a:pathLst>
                <a:path w="7152005" h="737234">
                  <a:moveTo>
                    <a:pt x="6942137" y="737090"/>
                  </a:moveTo>
                  <a:lnTo>
                    <a:pt x="209549" y="737090"/>
                  </a:lnTo>
                  <a:lnTo>
                    <a:pt x="168477" y="733026"/>
                  </a:lnTo>
                  <a:lnTo>
                    <a:pt x="129358" y="721139"/>
                  </a:lnTo>
                  <a:lnTo>
                    <a:pt x="93291" y="701883"/>
                  </a:lnTo>
                  <a:lnTo>
                    <a:pt x="61375" y="675714"/>
                  </a:lnTo>
                  <a:lnTo>
                    <a:pt x="35206" y="643798"/>
                  </a:lnTo>
                  <a:lnTo>
                    <a:pt x="15951" y="607731"/>
                  </a:lnTo>
                  <a:lnTo>
                    <a:pt x="4063" y="568612"/>
                  </a:lnTo>
                  <a:lnTo>
                    <a:pt x="0" y="527540"/>
                  </a:lnTo>
                  <a:lnTo>
                    <a:pt x="0" y="209549"/>
                  </a:lnTo>
                  <a:lnTo>
                    <a:pt x="4063" y="168477"/>
                  </a:lnTo>
                  <a:lnTo>
                    <a:pt x="15951" y="129358"/>
                  </a:lnTo>
                  <a:lnTo>
                    <a:pt x="35206" y="93291"/>
                  </a:lnTo>
                  <a:lnTo>
                    <a:pt x="61375" y="61376"/>
                  </a:lnTo>
                  <a:lnTo>
                    <a:pt x="93291" y="35206"/>
                  </a:lnTo>
                  <a:lnTo>
                    <a:pt x="129358" y="15950"/>
                  </a:lnTo>
                  <a:lnTo>
                    <a:pt x="168477" y="4063"/>
                  </a:lnTo>
                  <a:lnTo>
                    <a:pt x="209549" y="0"/>
                  </a:lnTo>
                  <a:lnTo>
                    <a:pt x="6942137" y="0"/>
                  </a:lnTo>
                  <a:lnTo>
                    <a:pt x="6983208" y="4063"/>
                  </a:lnTo>
                  <a:lnTo>
                    <a:pt x="7022327" y="15950"/>
                  </a:lnTo>
                  <a:lnTo>
                    <a:pt x="7058394" y="35206"/>
                  </a:lnTo>
                  <a:lnTo>
                    <a:pt x="7090310" y="61376"/>
                  </a:lnTo>
                  <a:lnTo>
                    <a:pt x="7116479" y="93291"/>
                  </a:lnTo>
                  <a:lnTo>
                    <a:pt x="7135734" y="129358"/>
                  </a:lnTo>
                  <a:lnTo>
                    <a:pt x="7147622" y="168477"/>
                  </a:lnTo>
                  <a:lnTo>
                    <a:pt x="7151685" y="209549"/>
                  </a:lnTo>
                  <a:lnTo>
                    <a:pt x="7151685" y="527540"/>
                  </a:lnTo>
                  <a:lnTo>
                    <a:pt x="7147622" y="568612"/>
                  </a:lnTo>
                  <a:lnTo>
                    <a:pt x="7135734" y="607731"/>
                  </a:lnTo>
                  <a:lnTo>
                    <a:pt x="7116479" y="643798"/>
                  </a:lnTo>
                  <a:lnTo>
                    <a:pt x="7090310" y="675714"/>
                  </a:lnTo>
                  <a:lnTo>
                    <a:pt x="7058394" y="701883"/>
                  </a:lnTo>
                  <a:lnTo>
                    <a:pt x="7022327" y="721139"/>
                  </a:lnTo>
                  <a:lnTo>
                    <a:pt x="6983208" y="733026"/>
                  </a:lnTo>
                  <a:lnTo>
                    <a:pt x="6942137" y="73709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  <p:sp>
          <p:nvSpPr>
            <p:cNvPr id="31" name="object 31"/>
            <p:cNvSpPr/>
            <p:nvPr/>
          </p:nvSpPr>
          <p:spPr>
            <a:xfrm>
              <a:off x="1563850" y="8226617"/>
              <a:ext cx="737235" cy="737235"/>
            </a:xfrm>
            <a:custGeom>
              <a:avLst/>
              <a:gdLst/>
              <a:ahLst/>
              <a:cxnLst/>
              <a:rect l="l" t="t" r="r" b="b"/>
              <a:pathLst>
                <a:path w="737235" h="737234">
                  <a:moveTo>
                    <a:pt x="527540" y="737090"/>
                  </a:moveTo>
                  <a:lnTo>
                    <a:pt x="209549" y="737090"/>
                  </a:lnTo>
                  <a:lnTo>
                    <a:pt x="168477" y="733026"/>
                  </a:lnTo>
                  <a:lnTo>
                    <a:pt x="129358" y="721139"/>
                  </a:lnTo>
                  <a:lnTo>
                    <a:pt x="93291" y="701883"/>
                  </a:lnTo>
                  <a:lnTo>
                    <a:pt x="61375" y="675714"/>
                  </a:lnTo>
                  <a:lnTo>
                    <a:pt x="35206" y="643798"/>
                  </a:lnTo>
                  <a:lnTo>
                    <a:pt x="15951" y="607731"/>
                  </a:lnTo>
                  <a:lnTo>
                    <a:pt x="4063" y="568612"/>
                  </a:lnTo>
                  <a:lnTo>
                    <a:pt x="0" y="527540"/>
                  </a:lnTo>
                  <a:lnTo>
                    <a:pt x="0" y="209549"/>
                  </a:lnTo>
                  <a:lnTo>
                    <a:pt x="4063" y="168477"/>
                  </a:lnTo>
                  <a:lnTo>
                    <a:pt x="15951" y="129358"/>
                  </a:lnTo>
                  <a:lnTo>
                    <a:pt x="35206" y="93291"/>
                  </a:lnTo>
                  <a:lnTo>
                    <a:pt x="61375" y="61376"/>
                  </a:lnTo>
                  <a:lnTo>
                    <a:pt x="93291" y="35206"/>
                  </a:lnTo>
                  <a:lnTo>
                    <a:pt x="129358" y="15950"/>
                  </a:lnTo>
                  <a:lnTo>
                    <a:pt x="168477" y="4063"/>
                  </a:lnTo>
                  <a:lnTo>
                    <a:pt x="209549" y="0"/>
                  </a:lnTo>
                  <a:lnTo>
                    <a:pt x="527540" y="0"/>
                  </a:lnTo>
                  <a:lnTo>
                    <a:pt x="568612" y="4063"/>
                  </a:lnTo>
                  <a:lnTo>
                    <a:pt x="607731" y="15950"/>
                  </a:lnTo>
                  <a:lnTo>
                    <a:pt x="643798" y="35206"/>
                  </a:lnTo>
                  <a:lnTo>
                    <a:pt x="675714" y="61376"/>
                  </a:lnTo>
                  <a:lnTo>
                    <a:pt x="701883" y="93291"/>
                  </a:lnTo>
                  <a:lnTo>
                    <a:pt x="721139" y="129358"/>
                  </a:lnTo>
                  <a:lnTo>
                    <a:pt x="733026" y="168477"/>
                  </a:lnTo>
                  <a:lnTo>
                    <a:pt x="737090" y="209549"/>
                  </a:lnTo>
                  <a:lnTo>
                    <a:pt x="737090" y="527540"/>
                  </a:lnTo>
                  <a:lnTo>
                    <a:pt x="733026" y="568612"/>
                  </a:lnTo>
                  <a:lnTo>
                    <a:pt x="721139" y="607731"/>
                  </a:lnTo>
                  <a:lnTo>
                    <a:pt x="701883" y="643798"/>
                  </a:lnTo>
                  <a:lnTo>
                    <a:pt x="675714" y="675714"/>
                  </a:lnTo>
                  <a:lnTo>
                    <a:pt x="643798" y="701883"/>
                  </a:lnTo>
                  <a:lnTo>
                    <a:pt x="607731" y="721139"/>
                  </a:lnTo>
                  <a:lnTo>
                    <a:pt x="568612" y="733026"/>
                  </a:lnTo>
                  <a:lnTo>
                    <a:pt x="527540" y="73709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688309" y="3192335"/>
            <a:ext cx="6025747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PT" sz="2400" noProof="0" dirty="0"/>
              <a:t>Contexto</a:t>
            </a:r>
            <a:endParaRPr lang="pt-PT" sz="2100" noProof="0" dirty="0">
              <a:latin typeface="Lucida Sans Unicode"/>
              <a:cs typeface="Lucida Sans Unicode"/>
            </a:endParaRPr>
          </a:p>
        </p:txBody>
      </p:sp>
      <p:sp>
        <p:nvSpPr>
          <p:cNvPr id="34" name="object 34" descr="$PPTXTitle"/>
          <p:cNvSpPr txBox="1">
            <a:spLocks noGrp="1"/>
          </p:cNvSpPr>
          <p:nvPr>
            <p:ph type="title"/>
          </p:nvPr>
        </p:nvSpPr>
        <p:spPr>
          <a:xfrm>
            <a:off x="5404629" y="1327217"/>
            <a:ext cx="730250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pt-PT" sz="6400" spc="280" noProof="0" dirty="0"/>
              <a:t>Agenda</a:t>
            </a:r>
            <a:endParaRPr lang="pt-PT" sz="6400" noProof="0" dirty="0"/>
          </a:p>
        </p:txBody>
      </p:sp>
      <p:sp>
        <p:nvSpPr>
          <p:cNvPr id="35" name="object 35"/>
          <p:cNvSpPr txBox="1"/>
          <p:nvPr/>
        </p:nvSpPr>
        <p:spPr>
          <a:xfrm>
            <a:off x="1801495" y="3153918"/>
            <a:ext cx="15113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PT" sz="2600" b="1" spc="-600" noProof="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lang="pt-PT" sz="2600" noProof="0" dirty="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597329" y="3192335"/>
            <a:ext cx="6294056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PT" sz="2400" noProof="0" dirty="0"/>
              <a:t>Como Funciona &amp; Aquisição de Utilizadores</a:t>
            </a:r>
            <a:endParaRPr lang="pt-PT" sz="2100" noProof="0" dirty="0">
              <a:latin typeface="Lucida Sans Unicode"/>
              <a:cs typeface="Lucida Sans Unicode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472868" y="8226617"/>
            <a:ext cx="7252970" cy="737235"/>
            <a:chOff x="9472868" y="8226617"/>
            <a:chExt cx="7252970" cy="737235"/>
          </a:xfrm>
        </p:grpSpPr>
        <p:sp>
          <p:nvSpPr>
            <p:cNvPr id="40" name="object 40"/>
            <p:cNvSpPr/>
            <p:nvPr/>
          </p:nvSpPr>
          <p:spPr>
            <a:xfrm>
              <a:off x="9573944" y="8226617"/>
              <a:ext cx="7152005" cy="737235"/>
            </a:xfrm>
            <a:custGeom>
              <a:avLst/>
              <a:gdLst/>
              <a:ahLst/>
              <a:cxnLst/>
              <a:rect l="l" t="t" r="r" b="b"/>
              <a:pathLst>
                <a:path w="7152005" h="737234">
                  <a:moveTo>
                    <a:pt x="6942136" y="737090"/>
                  </a:moveTo>
                  <a:lnTo>
                    <a:pt x="209549" y="737090"/>
                  </a:lnTo>
                  <a:lnTo>
                    <a:pt x="168477" y="733026"/>
                  </a:lnTo>
                  <a:lnTo>
                    <a:pt x="129358" y="721139"/>
                  </a:lnTo>
                  <a:lnTo>
                    <a:pt x="93291" y="701883"/>
                  </a:lnTo>
                  <a:lnTo>
                    <a:pt x="61376" y="675714"/>
                  </a:lnTo>
                  <a:lnTo>
                    <a:pt x="35206" y="643798"/>
                  </a:lnTo>
                  <a:lnTo>
                    <a:pt x="15950" y="607731"/>
                  </a:lnTo>
                  <a:lnTo>
                    <a:pt x="4063" y="568612"/>
                  </a:lnTo>
                  <a:lnTo>
                    <a:pt x="0" y="527540"/>
                  </a:lnTo>
                  <a:lnTo>
                    <a:pt x="0" y="209549"/>
                  </a:lnTo>
                  <a:lnTo>
                    <a:pt x="4063" y="168477"/>
                  </a:lnTo>
                  <a:lnTo>
                    <a:pt x="15950" y="129358"/>
                  </a:lnTo>
                  <a:lnTo>
                    <a:pt x="35206" y="93291"/>
                  </a:lnTo>
                  <a:lnTo>
                    <a:pt x="61376" y="61376"/>
                  </a:lnTo>
                  <a:lnTo>
                    <a:pt x="93291" y="35206"/>
                  </a:lnTo>
                  <a:lnTo>
                    <a:pt x="129358" y="15950"/>
                  </a:lnTo>
                  <a:lnTo>
                    <a:pt x="168477" y="4063"/>
                  </a:lnTo>
                  <a:lnTo>
                    <a:pt x="209549" y="0"/>
                  </a:lnTo>
                  <a:lnTo>
                    <a:pt x="6942136" y="0"/>
                  </a:lnTo>
                  <a:lnTo>
                    <a:pt x="6983208" y="4063"/>
                  </a:lnTo>
                  <a:lnTo>
                    <a:pt x="7022327" y="15950"/>
                  </a:lnTo>
                  <a:lnTo>
                    <a:pt x="7058395" y="35206"/>
                  </a:lnTo>
                  <a:lnTo>
                    <a:pt x="7090310" y="61376"/>
                  </a:lnTo>
                  <a:lnTo>
                    <a:pt x="7116479" y="93291"/>
                  </a:lnTo>
                  <a:lnTo>
                    <a:pt x="7135735" y="129358"/>
                  </a:lnTo>
                  <a:lnTo>
                    <a:pt x="7147623" y="168477"/>
                  </a:lnTo>
                  <a:lnTo>
                    <a:pt x="7151686" y="209549"/>
                  </a:lnTo>
                  <a:lnTo>
                    <a:pt x="7151686" y="527540"/>
                  </a:lnTo>
                  <a:lnTo>
                    <a:pt x="7147623" y="568612"/>
                  </a:lnTo>
                  <a:lnTo>
                    <a:pt x="7135735" y="607731"/>
                  </a:lnTo>
                  <a:lnTo>
                    <a:pt x="7116479" y="643798"/>
                  </a:lnTo>
                  <a:lnTo>
                    <a:pt x="7090310" y="675714"/>
                  </a:lnTo>
                  <a:lnTo>
                    <a:pt x="7058395" y="701883"/>
                  </a:lnTo>
                  <a:lnTo>
                    <a:pt x="7022327" y="721139"/>
                  </a:lnTo>
                  <a:lnTo>
                    <a:pt x="6983208" y="733026"/>
                  </a:lnTo>
                  <a:lnTo>
                    <a:pt x="6942136" y="73709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  <p:sp>
          <p:nvSpPr>
            <p:cNvPr id="41" name="object 41"/>
            <p:cNvSpPr/>
            <p:nvPr/>
          </p:nvSpPr>
          <p:spPr>
            <a:xfrm>
              <a:off x="9472868" y="8226617"/>
              <a:ext cx="737235" cy="737235"/>
            </a:xfrm>
            <a:custGeom>
              <a:avLst/>
              <a:gdLst/>
              <a:ahLst/>
              <a:cxnLst/>
              <a:rect l="l" t="t" r="r" b="b"/>
              <a:pathLst>
                <a:path w="737234" h="737234">
                  <a:moveTo>
                    <a:pt x="527540" y="737090"/>
                  </a:moveTo>
                  <a:lnTo>
                    <a:pt x="209549" y="737090"/>
                  </a:lnTo>
                  <a:lnTo>
                    <a:pt x="168477" y="733026"/>
                  </a:lnTo>
                  <a:lnTo>
                    <a:pt x="129358" y="721139"/>
                  </a:lnTo>
                  <a:lnTo>
                    <a:pt x="93291" y="701883"/>
                  </a:lnTo>
                  <a:lnTo>
                    <a:pt x="61376" y="675714"/>
                  </a:lnTo>
                  <a:lnTo>
                    <a:pt x="35206" y="643798"/>
                  </a:lnTo>
                  <a:lnTo>
                    <a:pt x="15950" y="607731"/>
                  </a:lnTo>
                  <a:lnTo>
                    <a:pt x="4063" y="568612"/>
                  </a:lnTo>
                  <a:lnTo>
                    <a:pt x="0" y="527540"/>
                  </a:lnTo>
                  <a:lnTo>
                    <a:pt x="0" y="209549"/>
                  </a:lnTo>
                  <a:lnTo>
                    <a:pt x="4063" y="168477"/>
                  </a:lnTo>
                  <a:lnTo>
                    <a:pt x="15950" y="129358"/>
                  </a:lnTo>
                  <a:lnTo>
                    <a:pt x="35206" y="93291"/>
                  </a:lnTo>
                  <a:lnTo>
                    <a:pt x="61376" y="61376"/>
                  </a:lnTo>
                  <a:lnTo>
                    <a:pt x="93291" y="35206"/>
                  </a:lnTo>
                  <a:lnTo>
                    <a:pt x="129358" y="15950"/>
                  </a:lnTo>
                  <a:lnTo>
                    <a:pt x="168477" y="4063"/>
                  </a:lnTo>
                  <a:lnTo>
                    <a:pt x="209549" y="0"/>
                  </a:lnTo>
                  <a:lnTo>
                    <a:pt x="527540" y="0"/>
                  </a:lnTo>
                  <a:lnTo>
                    <a:pt x="568612" y="4063"/>
                  </a:lnTo>
                  <a:lnTo>
                    <a:pt x="607731" y="15950"/>
                  </a:lnTo>
                  <a:lnTo>
                    <a:pt x="643799" y="35206"/>
                  </a:lnTo>
                  <a:lnTo>
                    <a:pt x="675714" y="61376"/>
                  </a:lnTo>
                  <a:lnTo>
                    <a:pt x="701883" y="93291"/>
                  </a:lnTo>
                  <a:lnTo>
                    <a:pt x="721139" y="129358"/>
                  </a:lnTo>
                  <a:lnTo>
                    <a:pt x="733027" y="168477"/>
                  </a:lnTo>
                  <a:lnTo>
                    <a:pt x="737090" y="209549"/>
                  </a:lnTo>
                  <a:lnTo>
                    <a:pt x="737090" y="527540"/>
                  </a:lnTo>
                  <a:lnTo>
                    <a:pt x="733027" y="568612"/>
                  </a:lnTo>
                  <a:lnTo>
                    <a:pt x="721139" y="607731"/>
                  </a:lnTo>
                  <a:lnTo>
                    <a:pt x="701883" y="643798"/>
                  </a:lnTo>
                  <a:lnTo>
                    <a:pt x="675714" y="675714"/>
                  </a:lnTo>
                  <a:lnTo>
                    <a:pt x="643799" y="701883"/>
                  </a:lnTo>
                  <a:lnTo>
                    <a:pt x="607731" y="721139"/>
                  </a:lnTo>
                  <a:lnTo>
                    <a:pt x="568612" y="733026"/>
                  </a:lnTo>
                  <a:lnTo>
                    <a:pt x="527540" y="73709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</p:grpSp>
      <p:sp>
        <p:nvSpPr>
          <p:cNvPr id="32" name="object 3">
            <a:extLst>
              <a:ext uri="{FF2B5EF4-FFF2-40B4-BE49-F238E27FC236}">
                <a16:creationId xmlns:a16="http://schemas.microsoft.com/office/drawing/2014/main" id="{7853C603-F5C7-9280-72EC-990FF54B67AB}"/>
              </a:ext>
            </a:extLst>
          </p:cNvPr>
          <p:cNvSpPr txBox="1"/>
          <p:nvPr/>
        </p:nvSpPr>
        <p:spPr>
          <a:xfrm>
            <a:off x="16306237" y="495300"/>
            <a:ext cx="1577496" cy="545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pt-PT" sz="3000" b="0" kern="1200" spc="125" noProof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UniCasa</a:t>
            </a:r>
            <a:endParaRPr lang="pt-PT" sz="3000" kern="120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8" name="object 35">
            <a:extLst>
              <a:ext uri="{FF2B5EF4-FFF2-40B4-BE49-F238E27FC236}">
                <a16:creationId xmlns:a16="http://schemas.microsoft.com/office/drawing/2014/main" id="{FF82E009-F0C8-DDFD-94B2-12BFB0CE51B4}"/>
              </a:ext>
            </a:extLst>
          </p:cNvPr>
          <p:cNvSpPr txBox="1"/>
          <p:nvPr/>
        </p:nvSpPr>
        <p:spPr>
          <a:xfrm>
            <a:off x="1801495" y="4215023"/>
            <a:ext cx="15113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PT" sz="2600" b="1" spc="-600" noProof="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lang="pt-PT" sz="2600" noProof="0" dirty="0">
              <a:latin typeface="Trebuchet MS"/>
              <a:cs typeface="Trebuchet MS"/>
            </a:endParaRPr>
          </a:p>
        </p:txBody>
      </p:sp>
      <p:sp>
        <p:nvSpPr>
          <p:cNvPr id="49" name="object 35">
            <a:extLst>
              <a:ext uri="{FF2B5EF4-FFF2-40B4-BE49-F238E27FC236}">
                <a16:creationId xmlns:a16="http://schemas.microsoft.com/office/drawing/2014/main" id="{97EB499F-752F-1D0C-B5A8-6CA8CF58EA80}"/>
              </a:ext>
            </a:extLst>
          </p:cNvPr>
          <p:cNvSpPr txBox="1"/>
          <p:nvPr/>
        </p:nvSpPr>
        <p:spPr>
          <a:xfrm>
            <a:off x="1801495" y="5264759"/>
            <a:ext cx="15113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PT" sz="2600" b="1" spc="-600" noProof="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lang="pt-PT" sz="2600" noProof="0" dirty="0">
              <a:latin typeface="Trebuchet MS"/>
              <a:cs typeface="Trebuchet MS"/>
            </a:endParaRPr>
          </a:p>
        </p:txBody>
      </p:sp>
      <p:sp>
        <p:nvSpPr>
          <p:cNvPr id="50" name="object 35">
            <a:extLst>
              <a:ext uri="{FF2B5EF4-FFF2-40B4-BE49-F238E27FC236}">
                <a16:creationId xmlns:a16="http://schemas.microsoft.com/office/drawing/2014/main" id="{9F401AE0-BA02-A8A2-77EE-50E3409A455E}"/>
              </a:ext>
            </a:extLst>
          </p:cNvPr>
          <p:cNvSpPr txBox="1"/>
          <p:nvPr/>
        </p:nvSpPr>
        <p:spPr>
          <a:xfrm>
            <a:off x="1801495" y="6304956"/>
            <a:ext cx="15113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PT" sz="2600" b="1" spc="-600" noProof="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lang="pt-PT" sz="2600" noProof="0" dirty="0">
              <a:latin typeface="Trebuchet MS"/>
              <a:cs typeface="Trebuchet MS"/>
            </a:endParaRPr>
          </a:p>
        </p:txBody>
      </p:sp>
      <p:sp>
        <p:nvSpPr>
          <p:cNvPr id="51" name="object 35">
            <a:extLst>
              <a:ext uri="{FF2B5EF4-FFF2-40B4-BE49-F238E27FC236}">
                <a16:creationId xmlns:a16="http://schemas.microsoft.com/office/drawing/2014/main" id="{0B6E8209-5F35-C59B-616F-1C8105B925AC}"/>
              </a:ext>
            </a:extLst>
          </p:cNvPr>
          <p:cNvSpPr txBox="1"/>
          <p:nvPr/>
        </p:nvSpPr>
        <p:spPr>
          <a:xfrm>
            <a:off x="1801495" y="7335148"/>
            <a:ext cx="15113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PT" sz="2600" b="1" spc="-600" noProof="0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lang="pt-PT" sz="2600" noProof="0" dirty="0">
              <a:latin typeface="Trebuchet MS"/>
              <a:cs typeface="Trebuchet MS"/>
            </a:endParaRPr>
          </a:p>
        </p:txBody>
      </p:sp>
      <p:sp>
        <p:nvSpPr>
          <p:cNvPr id="52" name="object 35">
            <a:extLst>
              <a:ext uri="{FF2B5EF4-FFF2-40B4-BE49-F238E27FC236}">
                <a16:creationId xmlns:a16="http://schemas.microsoft.com/office/drawing/2014/main" id="{4B5B5E31-6E83-78F4-F22F-D13B0F5F6284}"/>
              </a:ext>
            </a:extLst>
          </p:cNvPr>
          <p:cNvSpPr txBox="1"/>
          <p:nvPr/>
        </p:nvSpPr>
        <p:spPr>
          <a:xfrm>
            <a:off x="1798630" y="8382192"/>
            <a:ext cx="15113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PT" sz="2600" b="1" spc="-600" noProof="0" dirty="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lang="pt-PT" sz="2600" noProof="0" dirty="0">
              <a:latin typeface="Trebuchet MS"/>
              <a:cs typeface="Trebuchet MS"/>
            </a:endParaRPr>
          </a:p>
        </p:txBody>
      </p:sp>
      <p:sp>
        <p:nvSpPr>
          <p:cNvPr id="53" name="object 35">
            <a:extLst>
              <a:ext uri="{FF2B5EF4-FFF2-40B4-BE49-F238E27FC236}">
                <a16:creationId xmlns:a16="http://schemas.microsoft.com/office/drawing/2014/main" id="{26661F5A-F1D0-103B-7DAE-CDCFF84D4A79}"/>
              </a:ext>
            </a:extLst>
          </p:cNvPr>
          <p:cNvSpPr txBox="1"/>
          <p:nvPr/>
        </p:nvSpPr>
        <p:spPr>
          <a:xfrm>
            <a:off x="9728236" y="3175402"/>
            <a:ext cx="15113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PT" sz="2600" b="1" spc="-600" noProof="0" dirty="0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lang="pt-PT" sz="2600" noProof="0" dirty="0">
              <a:latin typeface="Trebuchet MS"/>
              <a:cs typeface="Trebuchet MS"/>
            </a:endParaRPr>
          </a:p>
        </p:txBody>
      </p:sp>
      <p:sp>
        <p:nvSpPr>
          <p:cNvPr id="54" name="object 35">
            <a:extLst>
              <a:ext uri="{FF2B5EF4-FFF2-40B4-BE49-F238E27FC236}">
                <a16:creationId xmlns:a16="http://schemas.microsoft.com/office/drawing/2014/main" id="{C5F9AC5E-E4C3-1BCF-43AB-D20329A1FC13}"/>
              </a:ext>
            </a:extLst>
          </p:cNvPr>
          <p:cNvSpPr txBox="1"/>
          <p:nvPr/>
        </p:nvSpPr>
        <p:spPr>
          <a:xfrm>
            <a:off x="9728236" y="4215023"/>
            <a:ext cx="15113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PT" sz="2600" b="1" spc="-600" noProof="0" dirty="0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endParaRPr lang="pt-PT" sz="2600" noProof="0" dirty="0">
              <a:latin typeface="Trebuchet MS"/>
              <a:cs typeface="Trebuchet MS"/>
            </a:endParaRPr>
          </a:p>
        </p:txBody>
      </p:sp>
      <p:sp>
        <p:nvSpPr>
          <p:cNvPr id="55" name="object 35">
            <a:extLst>
              <a:ext uri="{FF2B5EF4-FFF2-40B4-BE49-F238E27FC236}">
                <a16:creationId xmlns:a16="http://schemas.microsoft.com/office/drawing/2014/main" id="{DACD9437-C27D-7A7D-3A70-2B75F61E76E8}"/>
              </a:ext>
            </a:extLst>
          </p:cNvPr>
          <p:cNvSpPr txBox="1"/>
          <p:nvPr/>
        </p:nvSpPr>
        <p:spPr>
          <a:xfrm>
            <a:off x="9728236" y="5259990"/>
            <a:ext cx="15113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PT" sz="2600" b="1" spc="-600" noProof="0" dirty="0">
                <a:solidFill>
                  <a:srgbClr val="FFFFFF"/>
                </a:solidFill>
                <a:latin typeface="Trebuchet MS"/>
                <a:cs typeface="Trebuchet MS"/>
              </a:rPr>
              <a:t>9</a:t>
            </a:r>
            <a:endParaRPr lang="pt-PT" sz="2600" noProof="0" dirty="0">
              <a:latin typeface="Trebuchet MS"/>
              <a:cs typeface="Trebuchet MS"/>
            </a:endParaRPr>
          </a:p>
        </p:txBody>
      </p:sp>
      <p:sp>
        <p:nvSpPr>
          <p:cNvPr id="56" name="object 35">
            <a:extLst>
              <a:ext uri="{FF2B5EF4-FFF2-40B4-BE49-F238E27FC236}">
                <a16:creationId xmlns:a16="http://schemas.microsoft.com/office/drawing/2014/main" id="{892B48D3-427D-584C-81B7-B36784492AE0}"/>
              </a:ext>
            </a:extLst>
          </p:cNvPr>
          <p:cNvSpPr txBox="1"/>
          <p:nvPr/>
        </p:nvSpPr>
        <p:spPr>
          <a:xfrm>
            <a:off x="9637357" y="6316688"/>
            <a:ext cx="408256" cy="4161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PT" sz="2600" b="1" spc="-600" noProof="0" dirty="0">
                <a:solidFill>
                  <a:srgbClr val="FFFFFF"/>
                </a:solidFill>
                <a:latin typeface="Trebuchet MS"/>
                <a:cs typeface="Trebuchet MS"/>
              </a:rPr>
              <a:t>1  0</a:t>
            </a:r>
            <a:endParaRPr lang="pt-PT" sz="2600" noProof="0" dirty="0">
              <a:latin typeface="Trebuchet MS"/>
              <a:cs typeface="Trebuchet MS"/>
            </a:endParaRPr>
          </a:p>
        </p:txBody>
      </p:sp>
      <p:sp>
        <p:nvSpPr>
          <p:cNvPr id="57" name="object 35">
            <a:extLst>
              <a:ext uri="{FF2B5EF4-FFF2-40B4-BE49-F238E27FC236}">
                <a16:creationId xmlns:a16="http://schemas.microsoft.com/office/drawing/2014/main" id="{6D2DF195-8708-D41B-028F-5CD21C0CFC2F}"/>
              </a:ext>
            </a:extLst>
          </p:cNvPr>
          <p:cNvSpPr txBox="1"/>
          <p:nvPr/>
        </p:nvSpPr>
        <p:spPr>
          <a:xfrm>
            <a:off x="9674970" y="7345092"/>
            <a:ext cx="333029" cy="4161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PT" sz="2600" b="1" spc="-600" noProof="0" dirty="0">
                <a:solidFill>
                  <a:srgbClr val="FFFFFF"/>
                </a:solidFill>
                <a:latin typeface="Trebuchet MS"/>
                <a:cs typeface="Trebuchet MS"/>
              </a:rPr>
              <a:t>1 1</a:t>
            </a:r>
            <a:endParaRPr lang="pt-PT" sz="2600" noProof="0" dirty="0">
              <a:latin typeface="Trebuchet MS"/>
              <a:cs typeface="Trebuchet MS"/>
            </a:endParaRPr>
          </a:p>
        </p:txBody>
      </p:sp>
      <p:sp>
        <p:nvSpPr>
          <p:cNvPr id="58" name="object 35">
            <a:extLst>
              <a:ext uri="{FF2B5EF4-FFF2-40B4-BE49-F238E27FC236}">
                <a16:creationId xmlns:a16="http://schemas.microsoft.com/office/drawing/2014/main" id="{8CC82D9E-AE00-1D24-5626-CB439D3D53F2}"/>
              </a:ext>
            </a:extLst>
          </p:cNvPr>
          <p:cNvSpPr txBox="1"/>
          <p:nvPr/>
        </p:nvSpPr>
        <p:spPr>
          <a:xfrm>
            <a:off x="9669547" y="8392719"/>
            <a:ext cx="338452" cy="4161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PT" sz="2600" b="1" spc="-600" noProof="0" dirty="0">
                <a:solidFill>
                  <a:srgbClr val="FFFFFF"/>
                </a:solidFill>
                <a:latin typeface="Trebuchet MS"/>
                <a:cs typeface="Trebuchet MS"/>
              </a:rPr>
              <a:t>1 2</a:t>
            </a:r>
            <a:endParaRPr lang="pt-PT" sz="2600" noProof="0" dirty="0">
              <a:latin typeface="Trebuchet MS"/>
              <a:cs typeface="Trebuchet MS"/>
            </a:endParaRPr>
          </a:p>
        </p:txBody>
      </p:sp>
      <p:sp>
        <p:nvSpPr>
          <p:cNvPr id="59" name="object 33">
            <a:extLst>
              <a:ext uri="{FF2B5EF4-FFF2-40B4-BE49-F238E27FC236}">
                <a16:creationId xmlns:a16="http://schemas.microsoft.com/office/drawing/2014/main" id="{A35A65F7-04C3-4A2F-4AA4-2937FFB8EB4B}"/>
              </a:ext>
            </a:extLst>
          </p:cNvPr>
          <p:cNvSpPr txBox="1"/>
          <p:nvPr/>
        </p:nvSpPr>
        <p:spPr>
          <a:xfrm>
            <a:off x="2690528" y="6325637"/>
            <a:ext cx="6025747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PT" sz="2400" noProof="0" dirty="0"/>
              <a:t>Dimensão &amp; Validação do Mercado</a:t>
            </a:r>
            <a:endParaRPr lang="pt-PT" sz="2100" noProof="0" dirty="0">
              <a:latin typeface="Lucida Sans Unicode"/>
              <a:cs typeface="Lucida Sans Unicode"/>
            </a:endParaRPr>
          </a:p>
        </p:txBody>
      </p:sp>
      <p:sp>
        <p:nvSpPr>
          <p:cNvPr id="60" name="object 33">
            <a:extLst>
              <a:ext uri="{FF2B5EF4-FFF2-40B4-BE49-F238E27FC236}">
                <a16:creationId xmlns:a16="http://schemas.microsoft.com/office/drawing/2014/main" id="{1F2827EE-54D1-337A-9398-CEC45CE3A847}"/>
              </a:ext>
            </a:extLst>
          </p:cNvPr>
          <p:cNvSpPr txBox="1"/>
          <p:nvPr/>
        </p:nvSpPr>
        <p:spPr>
          <a:xfrm>
            <a:off x="2688309" y="4235704"/>
            <a:ext cx="6025747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PT" sz="2400" noProof="0" dirty="0"/>
              <a:t>O Problema</a:t>
            </a:r>
            <a:endParaRPr lang="pt-PT" sz="2100" noProof="0" dirty="0">
              <a:latin typeface="Lucida Sans Unicode"/>
              <a:cs typeface="Lucida Sans Unicode"/>
            </a:endParaRPr>
          </a:p>
        </p:txBody>
      </p:sp>
      <p:sp>
        <p:nvSpPr>
          <p:cNvPr id="61" name="object 33">
            <a:extLst>
              <a:ext uri="{FF2B5EF4-FFF2-40B4-BE49-F238E27FC236}">
                <a16:creationId xmlns:a16="http://schemas.microsoft.com/office/drawing/2014/main" id="{E2A3BD01-D23E-74B1-ADDC-47CF4F32E46F}"/>
              </a:ext>
            </a:extLst>
          </p:cNvPr>
          <p:cNvSpPr txBox="1"/>
          <p:nvPr/>
        </p:nvSpPr>
        <p:spPr>
          <a:xfrm>
            <a:off x="2688309" y="5280671"/>
            <a:ext cx="6025747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PT" sz="2400" noProof="0" dirty="0"/>
              <a:t>Utilizadores-Alvo</a:t>
            </a:r>
            <a:endParaRPr lang="pt-PT" sz="2100" noProof="0" dirty="0">
              <a:latin typeface="Lucida Sans Unicode"/>
              <a:cs typeface="Lucida Sans Unicode"/>
            </a:endParaRPr>
          </a:p>
        </p:txBody>
      </p:sp>
      <p:sp>
        <p:nvSpPr>
          <p:cNvPr id="62" name="object 33">
            <a:extLst>
              <a:ext uri="{FF2B5EF4-FFF2-40B4-BE49-F238E27FC236}">
                <a16:creationId xmlns:a16="http://schemas.microsoft.com/office/drawing/2014/main" id="{A1CC38F1-E78F-5413-08FB-915FB35EC464}"/>
              </a:ext>
            </a:extLst>
          </p:cNvPr>
          <p:cNvSpPr txBox="1"/>
          <p:nvPr/>
        </p:nvSpPr>
        <p:spPr>
          <a:xfrm>
            <a:off x="2695508" y="7358244"/>
            <a:ext cx="6025747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PT" sz="2400" kern="1200" dirty="0">
                <a:solidFill>
                  <a:schemeClr val="tx1"/>
                </a:solidFill>
              </a:rPr>
              <a:t>Proposta Única de Valor</a:t>
            </a:r>
            <a:endParaRPr lang="pt-PT" sz="2100" noProof="0" dirty="0">
              <a:latin typeface="Lucida Sans Unicode"/>
              <a:cs typeface="Lucida Sans Unicode"/>
            </a:endParaRPr>
          </a:p>
        </p:txBody>
      </p:sp>
      <p:sp>
        <p:nvSpPr>
          <p:cNvPr id="63" name="object 33">
            <a:extLst>
              <a:ext uri="{FF2B5EF4-FFF2-40B4-BE49-F238E27FC236}">
                <a16:creationId xmlns:a16="http://schemas.microsoft.com/office/drawing/2014/main" id="{EFDB167F-9433-5217-1EE7-4F0473368A65}"/>
              </a:ext>
            </a:extLst>
          </p:cNvPr>
          <p:cNvSpPr txBox="1"/>
          <p:nvPr/>
        </p:nvSpPr>
        <p:spPr>
          <a:xfrm>
            <a:off x="2695508" y="8414270"/>
            <a:ext cx="6025747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PT" sz="2400" noProof="0" dirty="0"/>
              <a:t>A Solução</a:t>
            </a:r>
            <a:endParaRPr lang="pt-PT" sz="2100" noProof="0" dirty="0">
              <a:latin typeface="Lucida Sans Unicode"/>
              <a:cs typeface="Lucida Sans Unicode"/>
            </a:endParaRPr>
          </a:p>
        </p:txBody>
      </p:sp>
      <p:sp>
        <p:nvSpPr>
          <p:cNvPr id="65" name="object 33">
            <a:extLst>
              <a:ext uri="{FF2B5EF4-FFF2-40B4-BE49-F238E27FC236}">
                <a16:creationId xmlns:a16="http://schemas.microsoft.com/office/drawing/2014/main" id="{6BDE8CD1-3E21-77DE-FF43-C07A7BCAAB8E}"/>
              </a:ext>
            </a:extLst>
          </p:cNvPr>
          <p:cNvSpPr txBox="1"/>
          <p:nvPr/>
        </p:nvSpPr>
        <p:spPr>
          <a:xfrm>
            <a:off x="10593628" y="5288946"/>
            <a:ext cx="6025747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lang="pt-PT" sz="2400" noProof="0" dirty="0"/>
              <a:t>Concorrência &amp; Alternativas</a:t>
            </a:r>
            <a:endParaRPr lang="pt-PT" sz="2100" noProof="0" dirty="0">
              <a:latin typeface="Lucida Sans Unicode"/>
              <a:cs typeface="Lucida Sans Unicode"/>
            </a:endParaRPr>
          </a:p>
        </p:txBody>
      </p:sp>
      <p:sp>
        <p:nvSpPr>
          <p:cNvPr id="66" name="object 33">
            <a:extLst>
              <a:ext uri="{FF2B5EF4-FFF2-40B4-BE49-F238E27FC236}">
                <a16:creationId xmlns:a16="http://schemas.microsoft.com/office/drawing/2014/main" id="{A4007DB0-7C32-23A2-210B-AE72FA26C38B}"/>
              </a:ext>
            </a:extLst>
          </p:cNvPr>
          <p:cNvSpPr txBox="1"/>
          <p:nvPr/>
        </p:nvSpPr>
        <p:spPr>
          <a:xfrm>
            <a:off x="10593627" y="6332397"/>
            <a:ext cx="6025747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PT" sz="2400" noProof="0" dirty="0"/>
              <a:t>Vantagens Competitivas</a:t>
            </a:r>
            <a:endParaRPr lang="pt-PT" sz="2100" noProof="0" dirty="0">
              <a:latin typeface="Lucida Sans Unicode"/>
              <a:cs typeface="Lucida Sans Unicode"/>
            </a:endParaRPr>
          </a:p>
        </p:txBody>
      </p:sp>
      <p:sp>
        <p:nvSpPr>
          <p:cNvPr id="67" name="object 33">
            <a:extLst>
              <a:ext uri="{FF2B5EF4-FFF2-40B4-BE49-F238E27FC236}">
                <a16:creationId xmlns:a16="http://schemas.microsoft.com/office/drawing/2014/main" id="{B7EEAA59-C790-6F56-309B-F087098A7670}"/>
              </a:ext>
            </a:extLst>
          </p:cNvPr>
          <p:cNvSpPr txBox="1"/>
          <p:nvPr/>
        </p:nvSpPr>
        <p:spPr>
          <a:xfrm>
            <a:off x="10593626" y="7358244"/>
            <a:ext cx="6025747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PT" sz="2400" noProof="0" dirty="0"/>
              <a:t>Equipa</a:t>
            </a:r>
            <a:endParaRPr lang="pt-PT" sz="2100" noProof="0" dirty="0">
              <a:latin typeface="Lucida Sans Unicode"/>
              <a:cs typeface="Lucida Sans Unicode"/>
            </a:endParaRPr>
          </a:p>
        </p:txBody>
      </p:sp>
      <p:sp>
        <p:nvSpPr>
          <p:cNvPr id="68" name="object 33">
            <a:extLst>
              <a:ext uri="{FF2B5EF4-FFF2-40B4-BE49-F238E27FC236}">
                <a16:creationId xmlns:a16="http://schemas.microsoft.com/office/drawing/2014/main" id="{BBD23942-E19F-DDE7-02BC-B241F34D8432}"/>
              </a:ext>
            </a:extLst>
          </p:cNvPr>
          <p:cNvSpPr txBox="1"/>
          <p:nvPr/>
        </p:nvSpPr>
        <p:spPr>
          <a:xfrm>
            <a:off x="10593625" y="8405288"/>
            <a:ext cx="6025747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PT" sz="2400" noProof="0" dirty="0"/>
              <a:t>Próximos Passos &amp; Métricas-Chave</a:t>
            </a:r>
            <a:endParaRPr lang="pt-PT" sz="2100" noProof="0" dirty="0">
              <a:latin typeface="Lucida Sans Unicode"/>
              <a:cs typeface="Lucida Sans Unicode"/>
            </a:endParaRPr>
          </a:p>
        </p:txBody>
      </p:sp>
      <p:sp>
        <p:nvSpPr>
          <p:cNvPr id="69" name="object 36">
            <a:extLst>
              <a:ext uri="{FF2B5EF4-FFF2-40B4-BE49-F238E27FC236}">
                <a16:creationId xmlns:a16="http://schemas.microsoft.com/office/drawing/2014/main" id="{7937F8C1-C9C9-DD4C-DB32-C4E068EA23CD}"/>
              </a:ext>
            </a:extLst>
          </p:cNvPr>
          <p:cNvSpPr txBox="1"/>
          <p:nvPr/>
        </p:nvSpPr>
        <p:spPr>
          <a:xfrm>
            <a:off x="10597329" y="4235703"/>
            <a:ext cx="6294056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PT" sz="2400" noProof="0" dirty="0"/>
              <a:t>Modelo de Negócios</a:t>
            </a:r>
            <a:endParaRPr lang="pt-PT" sz="2100" noProof="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PT" noProof="0" dirty="0"/>
              <a:t>Contexto</a:t>
            </a:r>
            <a:endParaRPr lang="pt-PT" spc="330" noProof="0" dirty="0"/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9860CE75-F2E9-A272-26CF-380F0FBDB1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2694477"/>
              </p:ext>
            </p:extLst>
          </p:nvPr>
        </p:nvGraphicFramePr>
        <p:xfrm>
          <a:off x="1016000" y="3086099"/>
          <a:ext cx="16281400" cy="6234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object 3">
            <a:extLst>
              <a:ext uri="{FF2B5EF4-FFF2-40B4-BE49-F238E27FC236}">
                <a16:creationId xmlns:a16="http://schemas.microsoft.com/office/drawing/2014/main" id="{D77E1334-4825-992E-519D-6AC8FC19286D}"/>
              </a:ext>
            </a:extLst>
          </p:cNvPr>
          <p:cNvSpPr txBox="1"/>
          <p:nvPr/>
        </p:nvSpPr>
        <p:spPr>
          <a:xfrm>
            <a:off x="16306237" y="495300"/>
            <a:ext cx="1577496" cy="545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pt-PT" sz="3000" b="0" kern="1200" spc="125" noProof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UniCasa</a:t>
            </a:r>
            <a:endParaRPr lang="pt-PT" sz="3000" kern="120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PT" noProof="0" dirty="0"/>
              <a:t>O Problema</a:t>
            </a:r>
            <a:endParaRPr lang="pt-PT" spc="355" noProof="0" dirty="0"/>
          </a:p>
        </p:txBody>
      </p:sp>
      <p:graphicFrame>
        <p:nvGraphicFramePr>
          <p:cNvPr id="8" name="Marcador de Posição de Conteúdo 2">
            <a:extLst>
              <a:ext uri="{FF2B5EF4-FFF2-40B4-BE49-F238E27FC236}">
                <a16:creationId xmlns:a16="http://schemas.microsoft.com/office/drawing/2014/main" id="{062AA8C0-A35C-5615-BA63-70CDE32EE8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6077953"/>
              </p:ext>
            </p:extLst>
          </p:nvPr>
        </p:nvGraphicFramePr>
        <p:xfrm>
          <a:off x="1508442" y="2133600"/>
          <a:ext cx="15271115" cy="6019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object 3">
            <a:extLst>
              <a:ext uri="{FF2B5EF4-FFF2-40B4-BE49-F238E27FC236}">
                <a16:creationId xmlns:a16="http://schemas.microsoft.com/office/drawing/2014/main" id="{82B75465-ED39-7CED-C3E7-1DEA2232056F}"/>
              </a:ext>
            </a:extLst>
          </p:cNvPr>
          <p:cNvSpPr txBox="1"/>
          <p:nvPr/>
        </p:nvSpPr>
        <p:spPr>
          <a:xfrm>
            <a:off x="16306237" y="495300"/>
            <a:ext cx="1577496" cy="545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pt-PT" sz="3000" b="0" kern="1200" spc="125" noProof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UniCasa</a:t>
            </a:r>
            <a:endParaRPr lang="pt-PT" sz="3000" kern="120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65E55A2-886B-429F-852A-45A6402DD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8283427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C8EE7CA-2667-4595-9D9F-1312D8480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8288000" cy="10287000"/>
            <a:chOff x="0" y="-1"/>
            <a:chExt cx="12150168" cy="6858001"/>
          </a:xfrm>
          <a:solidFill>
            <a:schemeClr val="bg2">
              <a:alpha val="50000"/>
            </a:schemeClr>
          </a:solidFill>
        </p:grpSpPr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DC78D0B3-F1E8-4B4B-B764-1E40D06FD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34555" y="-1"/>
              <a:ext cx="3052480" cy="6858001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886309BE-2E90-40A5-BF91-70F0402C73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-1"/>
              <a:ext cx="3052480" cy="6858001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44C950C8-232C-4FEE-9DF9-D2E33F3069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97688" y="-1"/>
              <a:ext cx="3052480" cy="6858001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0B78C261-10A0-4843-A7CF-F66CF2EB19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63134" y="-1"/>
              <a:ext cx="3052480" cy="6858001"/>
            </a:xfrm>
            <a:prstGeom prst="rect">
              <a:avLst/>
            </a:prstGeom>
          </p:spPr>
        </p:pic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68F83AEE-44EB-41EB-8E79-4D5C90401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9646" y="1028695"/>
            <a:ext cx="178308" cy="23256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31F9B3-1C72-4450-83BA-8B825D696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200400" y="1028700"/>
            <a:ext cx="15087600" cy="822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PT" sz="30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94560" y="1028695"/>
            <a:ext cx="8092440" cy="34984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pt-PT" sz="8000" noProof="0" dirty="0"/>
              <a:t>Utilizadores-Alvo</a:t>
            </a:r>
            <a:endParaRPr lang="pt-PT" sz="7500" kern="1200" spc="35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94560" y="4697506"/>
            <a:ext cx="7549764" cy="4375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pt-PT" sz="24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Segmentos principais:</a:t>
            </a:r>
          </a:p>
          <a:p>
            <a:pPr algn="l" rtl="0">
              <a:lnSpc>
                <a:spcPct val="90000"/>
              </a:lnSpc>
              <a:spcBef>
                <a:spcPts val="1000"/>
              </a:spcBef>
            </a:pPr>
            <a:endParaRPr lang="pt-PT" sz="2400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pt-PT" sz="24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Estudantes universitários deslocados (inicialmente da </a:t>
            </a:r>
            <a:r>
              <a:rPr lang="pt-PT" sz="2400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UAlg</a:t>
            </a:r>
            <a:r>
              <a:rPr lang="pt-PT" sz="24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incluindo licenciatura, mestrado e Erasmus, na fase em que mais necessitam de alojamento (entrada no 1.º e 2.º ano).</a:t>
            </a:r>
          </a:p>
          <a:p>
            <a:pPr algn="l" rtl="0">
              <a:lnSpc>
                <a:spcPct val="90000"/>
              </a:lnSpc>
              <a:spcBef>
                <a:spcPts val="1000"/>
              </a:spcBef>
            </a:pPr>
            <a:endParaRPr lang="pt-PT" sz="2400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pt-PT" sz="24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Senhorios/proprietários com quartos ou casas para arrendar a estudantes em Faro e arredores.</a:t>
            </a:r>
          </a:p>
          <a:p>
            <a:pPr algn="l" rtl="0">
              <a:lnSpc>
                <a:spcPct val="90000"/>
              </a:lnSpc>
              <a:spcBef>
                <a:spcPts val="1000"/>
              </a:spcBef>
            </a:pPr>
            <a:endParaRPr lang="pt-PT" sz="2400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pt-PT" sz="24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Numa fase posterior: residências privadas, </a:t>
            </a:r>
            <a:r>
              <a:rPr lang="pt-PT" sz="2400" noProof="0" dirty="0">
                <a:latin typeface="+mn-lt"/>
              </a:rPr>
              <a:t>coabitação</a:t>
            </a:r>
            <a:r>
              <a:rPr lang="pt-PT" sz="24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 universidades/serviços de ação social, como potenciais clientes B2B para módulos de gestão de alojamento.</a:t>
            </a:r>
          </a:p>
        </p:txBody>
      </p:sp>
      <p:pic>
        <p:nvPicPr>
          <p:cNvPr id="11" name="Graphic 10" descr="Target Audience">
            <a:extLst>
              <a:ext uri="{FF2B5EF4-FFF2-40B4-BE49-F238E27FC236}">
                <a16:creationId xmlns:a16="http://schemas.microsoft.com/office/drawing/2014/main" id="{D3FEA41E-EEA3-A44C-CFBF-18E0DF0665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58392" y="1028695"/>
            <a:ext cx="8229606" cy="822960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AA6B357-A355-4674-B4E9-C0378611D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109692" y="9258301"/>
            <a:ext cx="178308" cy="1028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64169939-6D3D-2250-8769-81DC9A9AF6BC}"/>
              </a:ext>
            </a:extLst>
          </p:cNvPr>
          <p:cNvSpPr txBox="1"/>
          <p:nvPr/>
        </p:nvSpPr>
        <p:spPr>
          <a:xfrm>
            <a:off x="16306237" y="495300"/>
            <a:ext cx="1577496" cy="545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pt-PT" sz="3000" b="0" kern="1200" spc="125" noProof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UniCasa</a:t>
            </a:r>
            <a:endParaRPr lang="pt-PT" sz="3000" kern="120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9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4E86C4-B485-DA60-8B07-94279490B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2600" y="547687"/>
            <a:ext cx="7658097" cy="292911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PT" sz="6700" noProof="0" dirty="0"/>
              <a:t>Dimensão &amp; Validação do Mercado</a:t>
            </a:r>
          </a:p>
        </p:txBody>
      </p:sp>
      <p:sp>
        <p:nvSpPr>
          <p:cNvPr id="23" name="Freeform: Shape 21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" y="0"/>
            <a:ext cx="9174854" cy="10287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pt-PT" noProof="0" dirty="0"/>
          </a:p>
        </p:txBody>
      </p:sp>
      <p:pic>
        <p:nvPicPr>
          <p:cNvPr id="15" name="Graphic 6" descr="Sala de Aulas">
            <a:extLst>
              <a:ext uri="{FF2B5EF4-FFF2-40B4-BE49-F238E27FC236}">
                <a16:creationId xmlns:a16="http://schemas.microsoft.com/office/drawing/2014/main" id="{2C25F2D0-7953-7F75-598C-E4801C15C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1701" y="2877161"/>
            <a:ext cx="4792806" cy="4792806"/>
          </a:xfrm>
          <a:prstGeom prst="rect">
            <a:avLst/>
          </a:pr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0AACBBF-0C94-3A89-021B-204DD7C9E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2600" y="3745885"/>
            <a:ext cx="7658097" cy="551955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pt-PT" sz="1700" noProof="0" dirty="0"/>
              <a:t>Alguns dados que mostram a dimensão do problema: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pt-PT" sz="1700" noProof="0" dirty="0"/>
          </a:p>
          <a:p>
            <a:pPr marL="514350" indent="-514350">
              <a:lnSpc>
                <a:spcPct val="90000"/>
              </a:lnSpc>
              <a:spcAft>
                <a:spcPts val="600"/>
              </a:spcAft>
            </a:pPr>
            <a:r>
              <a:rPr lang="pt-PT" sz="1700" noProof="0" dirty="0"/>
              <a:t>Em Portugal, existem 175 mil estudantes deslocados, ou seja, que estudam longe de casa. Apenas 10% têm acesso a residências universitárias.</a:t>
            </a:r>
          </a:p>
          <a:p>
            <a:pPr marL="514350" indent="-514350">
              <a:lnSpc>
                <a:spcPct val="90000"/>
              </a:lnSpc>
              <a:spcAft>
                <a:spcPts val="600"/>
              </a:spcAft>
            </a:pPr>
            <a:endParaRPr lang="pt-PT" sz="1700" noProof="0" dirty="0"/>
          </a:p>
          <a:p>
            <a:pPr marL="514350" indent="-514350">
              <a:lnSpc>
                <a:spcPct val="90000"/>
              </a:lnSpc>
              <a:spcAft>
                <a:spcPts val="600"/>
              </a:spcAft>
            </a:pPr>
            <a:r>
              <a:rPr lang="pt-PT" sz="1700" noProof="0" dirty="0"/>
              <a:t>Chegam a novas cidades sem quarto garantido, dependendo de grupos informais e anúncios pouco transparentes.</a:t>
            </a:r>
          </a:p>
          <a:p>
            <a:pPr marL="514350" indent="-514350">
              <a:lnSpc>
                <a:spcPct val="90000"/>
              </a:lnSpc>
              <a:spcAft>
                <a:spcPts val="600"/>
              </a:spcAft>
            </a:pPr>
            <a:endParaRPr lang="pt-PT" sz="1700" noProof="0" dirty="0"/>
          </a:p>
          <a:p>
            <a:pPr marL="514350" indent="-514350">
              <a:lnSpc>
                <a:spcPct val="90000"/>
              </a:lnSpc>
              <a:spcAft>
                <a:spcPts val="600"/>
              </a:spcAft>
            </a:pPr>
            <a:r>
              <a:rPr lang="pt-PT" sz="1700" noProof="0" dirty="0"/>
              <a:t>A falta de alojamento a preços acessíveis, leva entre 10 a 15% dos estudantes universitários abandonam o curso no primeiro ano.</a:t>
            </a:r>
          </a:p>
          <a:p>
            <a:pPr marL="514350" indent="-514350">
              <a:lnSpc>
                <a:spcPct val="90000"/>
              </a:lnSpc>
              <a:spcAft>
                <a:spcPts val="600"/>
              </a:spcAft>
            </a:pPr>
            <a:endParaRPr lang="pt-PT" sz="1700" noProof="0" dirty="0"/>
          </a:p>
          <a:p>
            <a:pPr marL="514350" indent="-514350">
              <a:lnSpc>
                <a:spcPct val="90000"/>
              </a:lnSpc>
              <a:spcAft>
                <a:spcPts val="600"/>
              </a:spcAft>
            </a:pPr>
            <a:r>
              <a:rPr lang="pt-PT" sz="1700" noProof="0" dirty="0"/>
              <a:t>Conversas informais com estudantes da </a:t>
            </a:r>
            <a:r>
              <a:rPr lang="pt-PT" sz="1700" noProof="0" dirty="0" err="1"/>
              <a:t>UAlg</a:t>
            </a:r>
            <a:r>
              <a:rPr lang="pt-PT" sz="1700" noProof="0" dirty="0"/>
              <a:t> revelam padrões comuns: dificuldade em encontrar casa, falta de transparência nos anúncios e receio de burlas.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pt-PT" sz="1700" noProof="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pt-PT" sz="1700" noProof="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pt-PT" sz="1700" noProof="0" dirty="0"/>
              <a:t>Estes sinais confirmam que o problema é real, recorrente e sentido diretamente pelos nossos potenciais utilizadores.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pt-PT" sz="1700" noProof="0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427DBE2-3EC6-B696-A3A8-78B54D675137}"/>
              </a:ext>
            </a:extLst>
          </p:cNvPr>
          <p:cNvSpPr txBox="1"/>
          <p:nvPr/>
        </p:nvSpPr>
        <p:spPr>
          <a:xfrm>
            <a:off x="16306237" y="495300"/>
            <a:ext cx="1577496" cy="545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pt-PT" sz="3000" b="0" kern="1200" spc="125" noProof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UniCasa</a:t>
            </a:r>
            <a:endParaRPr lang="pt-PT" sz="3000" kern="120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2555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7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8283428" cy="10286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16" name="Rectangle 19">
            <a:extLst>
              <a:ext uri="{FF2B5EF4-FFF2-40B4-BE49-F238E27FC236}">
                <a16:creationId xmlns:a16="http://schemas.microsoft.com/office/drawing/2014/main" id="{02EBFA83-D4DB-4CA0-B229-9E44634D7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pic>
        <p:nvPicPr>
          <p:cNvPr id="17" name="Picture 21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3428" cy="1029357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7813" y="1093762"/>
            <a:ext cx="16649028" cy="8099475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="1" noProof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895524" y="1357516"/>
            <a:ext cx="6883992" cy="28337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pt-PT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Proposta Única de Valor</a:t>
            </a:r>
            <a:endParaRPr lang="pt-PT" kern="1200" spc="26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Graphic 7" descr="Pasta">
            <a:extLst>
              <a:ext uri="{FF2B5EF4-FFF2-40B4-BE49-F238E27FC236}">
                <a16:creationId xmlns:a16="http://schemas.microsoft.com/office/drawing/2014/main" id="{D2D3702F-400B-3015-9638-5380AC983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8955" y="1343415"/>
            <a:ext cx="7587030" cy="758703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895524" y="4448388"/>
            <a:ext cx="6883992" cy="4481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l" rtl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PT" sz="27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“A forma mais simples e segura de encontrar alojamento estudantil perto da universidade, com anúncios pensados para estudantes e focados na realidade local.”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63DEEEB9-A1AC-79FA-79B2-7A3A30675F3A}"/>
              </a:ext>
            </a:extLst>
          </p:cNvPr>
          <p:cNvSpPr txBox="1"/>
          <p:nvPr/>
        </p:nvSpPr>
        <p:spPr>
          <a:xfrm>
            <a:off x="16306237" y="495300"/>
            <a:ext cx="1577496" cy="545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pt-PT" sz="3000" b="0" kern="1200" spc="125" noProof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UniCasa</a:t>
            </a:r>
            <a:endParaRPr lang="pt-PT" sz="3000" kern="120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BDF4A0-36E2-E574-2623-A6B7A7FF0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270897"/>
            <a:ext cx="4714875" cy="3901679"/>
          </a:xfrm>
        </p:spPr>
        <p:txBody>
          <a:bodyPr anchor="t">
            <a:normAutofit/>
          </a:bodyPr>
          <a:lstStyle/>
          <a:p>
            <a:pPr algn="ctr"/>
            <a:r>
              <a:rPr lang="pt-PT" sz="6000" noProof="0" dirty="0"/>
              <a:t>A Solução</a:t>
            </a:r>
          </a:p>
        </p:txBody>
      </p:sp>
      <p:pic>
        <p:nvPicPr>
          <p:cNvPr id="7" name="Graphic 6" descr="Marca de Verificação">
            <a:extLst>
              <a:ext uri="{FF2B5EF4-FFF2-40B4-BE49-F238E27FC236}">
                <a16:creationId xmlns:a16="http://schemas.microsoft.com/office/drawing/2014/main" id="{35B98BEB-4A03-39BE-8E30-D0E3C45E1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800" y="3644505"/>
            <a:ext cx="1371600" cy="1371600"/>
          </a:xfrm>
          <a:prstGeom prst="rect">
            <a:avLst/>
          </a:pr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C77734F-EBFA-6CF1-5D5C-D3A5A421D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0979" y="1095374"/>
            <a:ext cx="10729721" cy="8077202"/>
          </a:xfrm>
        </p:spPr>
        <p:txBody>
          <a:bodyPr anchor="ctr">
            <a:normAutofit/>
          </a:bodyPr>
          <a:lstStyle/>
          <a:p>
            <a:r>
              <a:rPr lang="pt-PT" sz="2700" noProof="0" dirty="0" err="1"/>
              <a:t>UniCasa</a:t>
            </a:r>
            <a:r>
              <a:rPr lang="pt-PT" sz="2700" noProof="0" dirty="0"/>
              <a:t> é uma plataforma online dedicada a alojamento estudantil que liga estudantes deslocados a senhorios de forma simples e segura.</a:t>
            </a:r>
          </a:p>
          <a:p>
            <a:endParaRPr lang="pt-PT" sz="2700" noProof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2700" noProof="0" dirty="0"/>
              <a:t>Anúncios estruturados com informação clara sobre preço, despesas incluídas, regras da casa e distância à universidade.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PT" sz="2700" noProof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2700" noProof="0" dirty="0"/>
              <a:t>Filtros pensados para estudantes: proximidade ao campus, tipo de quarto, ambiente da casa, presença de outros estudantes, etc.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PT" sz="2700" noProof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2700" noProof="0" dirty="0"/>
              <a:t>Perfis e anúncios verificados e sistema de avaliações para aumentar a confiança.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PT" sz="2700" noProof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2700" noProof="0" dirty="0"/>
              <a:t>Modelo de preços simples para senhorios: primeiro anúncio gratuito, seguintes a 2,49€ (duração de 30/60 dias) e possibilidade de destacar o anúncio durante 3, 7 ou 14 dias.</a:t>
            </a:r>
          </a:p>
          <a:p>
            <a:endParaRPr lang="pt-PT" sz="2700" noProof="0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69DFECD9-70F2-91FE-2FFB-82F1453BE1A0}"/>
              </a:ext>
            </a:extLst>
          </p:cNvPr>
          <p:cNvSpPr txBox="1"/>
          <p:nvPr/>
        </p:nvSpPr>
        <p:spPr>
          <a:xfrm>
            <a:off x="16306237" y="495300"/>
            <a:ext cx="1577496" cy="545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pt-PT" sz="3000" b="0" kern="1200" spc="125" noProof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UniCasa</a:t>
            </a:r>
            <a:endParaRPr lang="pt-PT" sz="3000" kern="120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1393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0D9CF2-F011-E87B-7056-8ACC1DBD3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699" y="5257799"/>
            <a:ext cx="7759701" cy="3912215"/>
          </a:xfrm>
        </p:spPr>
        <p:txBody>
          <a:bodyPr anchor="t">
            <a:normAutofit/>
          </a:bodyPr>
          <a:lstStyle/>
          <a:p>
            <a:pPr algn="ctr"/>
            <a:r>
              <a:rPr lang="pt-PT" sz="6000" noProof="0" dirty="0"/>
              <a:t>Como Funciona &amp; Aquisição de Utilizadores</a:t>
            </a:r>
          </a:p>
        </p:txBody>
      </p:sp>
      <p:pic>
        <p:nvPicPr>
          <p:cNvPr id="7" name="Graphic 6" descr="Escola">
            <a:extLst>
              <a:ext uri="{FF2B5EF4-FFF2-40B4-BE49-F238E27FC236}">
                <a16:creationId xmlns:a16="http://schemas.microsoft.com/office/drawing/2014/main" id="{BBEF5626-F861-5D5E-9E68-8CDB1B774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6199" y="3779045"/>
            <a:ext cx="1371600" cy="1371600"/>
          </a:xfrm>
          <a:prstGeom prst="rect">
            <a:avLst/>
          </a:pr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8142314-942D-9E0A-BA5D-DD2BBCCD5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0651" y="965201"/>
            <a:ext cx="8502650" cy="8102600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PT" sz="2250" noProof="0" dirty="0"/>
              <a:t>O estudante acede à plataforma e indica a cidade/universidade (inicialmente </a:t>
            </a:r>
            <a:r>
              <a:rPr lang="pt-PT" sz="2250" noProof="0" dirty="0" err="1"/>
              <a:t>UAlg</a:t>
            </a:r>
            <a:r>
              <a:rPr lang="pt-PT" sz="2250" noProof="0" dirty="0"/>
              <a:t>) e o tipo de alojamento pretendido.</a:t>
            </a:r>
          </a:p>
          <a:p>
            <a:pPr marL="457200" indent="-457200">
              <a:buFont typeface="+mj-lt"/>
              <a:buAutoNum type="arabicPeriod"/>
            </a:pPr>
            <a:endParaRPr lang="pt-PT" sz="2250" noProof="0" dirty="0"/>
          </a:p>
          <a:p>
            <a:pPr marL="457200" indent="-457200">
              <a:buFont typeface="+mj-lt"/>
              <a:buAutoNum type="arabicPeriod"/>
            </a:pPr>
            <a:r>
              <a:rPr lang="pt-PT" sz="2250" noProof="0" dirty="0"/>
              <a:t>A plataforma mostra anúncios de quartos/casas com filtros por localização, preço, despesas incluídas, ambiente da casa e outros critérios relevantes.</a:t>
            </a:r>
          </a:p>
          <a:p>
            <a:pPr marL="457200" indent="-457200">
              <a:buFont typeface="+mj-lt"/>
              <a:buAutoNum type="arabicPeriod"/>
            </a:pPr>
            <a:endParaRPr lang="pt-PT" sz="2250" noProof="0" dirty="0"/>
          </a:p>
          <a:p>
            <a:pPr marL="457200" indent="-457200">
              <a:buFont typeface="+mj-lt"/>
              <a:buAutoNum type="arabicPeriod"/>
            </a:pPr>
            <a:r>
              <a:rPr lang="pt-PT" sz="2250" noProof="0" dirty="0"/>
              <a:t>O estudante contacta o senhorio pela plataforma e combina visita ou reunião online.</a:t>
            </a:r>
          </a:p>
          <a:p>
            <a:pPr marL="457200" indent="-457200">
              <a:buFont typeface="+mj-lt"/>
              <a:buAutoNum type="arabicPeriod"/>
            </a:pPr>
            <a:endParaRPr lang="pt-PT" sz="2250" noProof="0" dirty="0"/>
          </a:p>
          <a:p>
            <a:pPr marL="457200" indent="-457200">
              <a:buFont typeface="+mj-lt"/>
              <a:buAutoNum type="arabicPeriod"/>
            </a:pPr>
            <a:r>
              <a:rPr lang="pt-PT" sz="2250" noProof="0" dirty="0"/>
              <a:t>No futuro, poderá deixar avaliações sobre o alojamento.</a:t>
            </a:r>
          </a:p>
          <a:p>
            <a:endParaRPr lang="pt-PT" sz="2250" noProof="0" dirty="0"/>
          </a:p>
          <a:p>
            <a:endParaRPr lang="pt-PT" sz="2250" noProof="0" dirty="0"/>
          </a:p>
          <a:p>
            <a:r>
              <a:rPr lang="pt-PT" sz="2250" noProof="0" dirty="0"/>
              <a:t>Canais: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250" noProof="0" dirty="0"/>
              <a:t>Associações académicas e núcleos de curso da </a:t>
            </a:r>
            <a:r>
              <a:rPr lang="pt-PT" sz="2250" noProof="0" dirty="0" err="1"/>
              <a:t>UAlg</a:t>
            </a:r>
            <a:r>
              <a:rPr lang="pt-PT" sz="2250" noProof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250" noProof="0" dirty="0"/>
              <a:t>Grupos académicos (WhatsApp, </a:t>
            </a:r>
            <a:r>
              <a:rPr lang="pt-PT" sz="2250" noProof="0" dirty="0" err="1"/>
              <a:t>Discord</a:t>
            </a:r>
            <a:r>
              <a:rPr lang="pt-PT" sz="2250" noProof="0" dirty="0"/>
              <a:t>, </a:t>
            </a:r>
            <a:r>
              <a:rPr lang="pt-PT" sz="2250" noProof="0" dirty="0" err="1"/>
              <a:t>Telegram</a:t>
            </a:r>
            <a:r>
              <a:rPr lang="pt-PT" sz="2250" noProof="0" dirty="0"/>
              <a:t>) e redes sociais (Instagram, Facebook).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250" noProof="0" dirty="0"/>
              <a:t>Sessões de acolhimento a novos estudantes e estudantes Erasmus.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250" noProof="0" dirty="0"/>
              <a:t>Contacto direto e divulgação junto de senhorios em zonas próximas dos campi.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67948EE-09A7-A189-5CE9-1894D35C7FD2}"/>
              </a:ext>
            </a:extLst>
          </p:cNvPr>
          <p:cNvSpPr txBox="1"/>
          <p:nvPr/>
        </p:nvSpPr>
        <p:spPr>
          <a:xfrm>
            <a:off x="16306237" y="495300"/>
            <a:ext cx="1577496" cy="545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pt-PT" sz="3000" b="0" kern="1200" spc="125" noProof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UniCasa</a:t>
            </a:r>
            <a:endParaRPr lang="pt-PT" sz="3000" kern="120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6028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3F43E-4CE2-3044-585E-4B8AB0CB1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Modelo de Negócios</a:t>
            </a:r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2E07AAA0-432E-3BB7-A6D3-557C101B9B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2191097"/>
              </p:ext>
            </p:extLst>
          </p:nvPr>
        </p:nvGraphicFramePr>
        <p:xfrm>
          <a:off x="1257300" y="2738438"/>
          <a:ext cx="15773400" cy="6527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3">
            <a:extLst>
              <a:ext uri="{FF2B5EF4-FFF2-40B4-BE49-F238E27FC236}">
                <a16:creationId xmlns:a16="http://schemas.microsoft.com/office/drawing/2014/main" id="{B9AFECAC-1899-B87F-2ECD-814CD26ECD0A}"/>
              </a:ext>
            </a:extLst>
          </p:cNvPr>
          <p:cNvSpPr txBox="1"/>
          <p:nvPr/>
        </p:nvSpPr>
        <p:spPr>
          <a:xfrm>
            <a:off x="16306237" y="495300"/>
            <a:ext cx="1577496" cy="545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pt-PT" sz="3000" b="0" kern="1200" spc="125" noProof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UniCasa</a:t>
            </a:r>
            <a:endParaRPr lang="pt-PT" sz="3000" kern="120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227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PT" noProof="0" dirty="0"/>
              <a:t>Concorrência &amp; Alternativas</a:t>
            </a:r>
            <a:endParaRPr lang="pt-PT" spc="265" noProof="0" dirty="0"/>
          </a:p>
        </p:txBody>
      </p:sp>
      <p:sp>
        <p:nvSpPr>
          <p:cNvPr id="16" name="object 16"/>
          <p:cNvSpPr txBox="1"/>
          <p:nvPr/>
        </p:nvSpPr>
        <p:spPr>
          <a:xfrm>
            <a:off x="1016000" y="7810500"/>
            <a:ext cx="10414000" cy="11208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algn="just"/>
            <a:r>
              <a:rPr lang="pt-PT" sz="2400" noProof="0" dirty="0">
                <a:solidFill>
                  <a:schemeClr val="bg1"/>
                </a:solidFill>
              </a:rPr>
              <a:t>Lacuna identificada: nenhuma destas plataformas combina foco nos estudantes da </a:t>
            </a:r>
            <a:r>
              <a:rPr lang="pt-PT" sz="2400" noProof="0" dirty="0" err="1">
                <a:solidFill>
                  <a:schemeClr val="bg1"/>
                </a:solidFill>
              </a:rPr>
              <a:t>UAlg</a:t>
            </a:r>
            <a:r>
              <a:rPr lang="pt-PT" sz="2400" noProof="0" dirty="0">
                <a:solidFill>
                  <a:schemeClr val="bg1"/>
                </a:solidFill>
              </a:rPr>
              <a:t>/Faro, parcerias locais e um modelo transparente de verificação e apoio dedicado.</a:t>
            </a: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0BBDCA11-2CA6-B07E-4F0A-84AA27011704}"/>
              </a:ext>
            </a:extLst>
          </p:cNvPr>
          <p:cNvSpPr txBox="1"/>
          <p:nvPr/>
        </p:nvSpPr>
        <p:spPr>
          <a:xfrm>
            <a:off x="16306237" y="495300"/>
            <a:ext cx="1577496" cy="545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pt-PT" sz="3000" b="0" kern="1200" spc="125" noProof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UniCasa</a:t>
            </a:r>
            <a:endParaRPr lang="pt-PT" sz="3000" kern="120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51559402-8D5B-CF2C-9FA5-90C91A18D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678187"/>
              </p:ext>
            </p:extLst>
          </p:nvPr>
        </p:nvGraphicFramePr>
        <p:xfrm>
          <a:off x="1016000" y="2476500"/>
          <a:ext cx="13538199" cy="516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2733">
                  <a:extLst>
                    <a:ext uri="{9D8B030D-6E8A-4147-A177-3AD203B41FA5}">
                      <a16:colId xmlns:a16="http://schemas.microsoft.com/office/drawing/2014/main" val="383209692"/>
                    </a:ext>
                  </a:extLst>
                </a:gridCol>
                <a:gridCol w="4512733">
                  <a:extLst>
                    <a:ext uri="{9D8B030D-6E8A-4147-A177-3AD203B41FA5}">
                      <a16:colId xmlns:a16="http://schemas.microsoft.com/office/drawing/2014/main" val="3313806712"/>
                    </a:ext>
                  </a:extLst>
                </a:gridCol>
                <a:gridCol w="4512733">
                  <a:extLst>
                    <a:ext uri="{9D8B030D-6E8A-4147-A177-3AD203B41FA5}">
                      <a16:colId xmlns:a16="http://schemas.microsoft.com/office/drawing/2014/main" val="1307868644"/>
                    </a:ext>
                  </a:extLst>
                </a:gridCol>
              </a:tblGrid>
              <a:tr h="863648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200" noProof="0" dirty="0"/>
                        <a:t>Ferramenta</a:t>
                      </a:r>
                    </a:p>
                    <a:p>
                      <a:endParaRPr lang="pt-PT" sz="22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200" noProof="0" dirty="0"/>
                        <a:t>Pontos Fortes</a:t>
                      </a:r>
                    </a:p>
                    <a:p>
                      <a:endParaRPr lang="pt-PT" sz="22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200" noProof="0" dirty="0"/>
                        <a:t>Limitações</a:t>
                      </a:r>
                    </a:p>
                    <a:p>
                      <a:endParaRPr lang="pt-PT" sz="22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556422"/>
                  </a:ext>
                </a:extLst>
              </a:tr>
              <a:tr h="1210717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200" noProof="0" dirty="0"/>
                        <a:t>Facebook / Grupos de alojamento</a:t>
                      </a:r>
                    </a:p>
                    <a:p>
                      <a:endParaRPr lang="pt-PT" sz="22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200" noProof="0" dirty="0"/>
                        <a:t>Muito popular; fácil publicar e procurar anúncios.</a:t>
                      </a:r>
                    </a:p>
                    <a:p>
                      <a:endParaRPr lang="pt-PT" sz="22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200" noProof="0" dirty="0"/>
                        <a:t>Informação desorganizada, sem filtros nem verificação; risco elevado de burlas.</a:t>
                      </a:r>
                    </a:p>
                    <a:p>
                      <a:endParaRPr lang="pt-PT" sz="22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154554"/>
                  </a:ext>
                </a:extLst>
              </a:tr>
              <a:tr h="1210717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200" noProof="0" dirty="0"/>
                        <a:t>Idealista / OLX / Custo Justo</a:t>
                      </a:r>
                    </a:p>
                    <a:p>
                      <a:endParaRPr lang="pt-PT" sz="22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200" noProof="0" dirty="0"/>
                        <a:t>Grande visibilidade e motor de pesquisa imobiliária forte.</a:t>
                      </a:r>
                    </a:p>
                    <a:p>
                      <a:endParaRPr lang="pt-PT" sz="22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200" noProof="0" dirty="0"/>
                        <a:t>Plataformas generalistas; não focadas em estudantes nem integradas com universidades.</a:t>
                      </a:r>
                    </a:p>
                    <a:p>
                      <a:endParaRPr lang="pt-PT" sz="22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015331"/>
                  </a:ext>
                </a:extLst>
              </a:tr>
              <a:tr h="1210717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200" noProof="0" dirty="0" err="1"/>
                        <a:t>BQuarto</a:t>
                      </a:r>
                      <a:r>
                        <a:rPr lang="pt-PT" sz="2200" noProof="0" dirty="0"/>
                        <a:t> / </a:t>
                      </a:r>
                      <a:r>
                        <a:rPr lang="pt-PT" sz="2200" noProof="0" dirty="0" err="1"/>
                        <a:t>Uniplaces</a:t>
                      </a:r>
                      <a:endParaRPr lang="pt-PT" sz="2200" noProof="0" dirty="0"/>
                    </a:p>
                    <a:p>
                      <a:endParaRPr lang="pt-PT" sz="22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200" noProof="0" dirty="0"/>
                        <a:t>Fortes no segmento de quartos; presença em várias cidades.</a:t>
                      </a:r>
                    </a:p>
                    <a:p>
                      <a:endParaRPr lang="pt-PT" sz="22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200" noProof="0" dirty="0"/>
                        <a:t>Menos foco local na realidade da </a:t>
                      </a:r>
                      <a:r>
                        <a:rPr lang="pt-PT" sz="2200" noProof="0" dirty="0" err="1"/>
                        <a:t>Ualg</a:t>
                      </a:r>
                      <a:r>
                        <a:rPr lang="pt-PT" sz="2200" noProof="0" dirty="0"/>
                        <a:t>/Faro e sistemas de filtragem confusos.</a:t>
                      </a:r>
                    </a:p>
                    <a:p>
                      <a:endParaRPr lang="pt-PT" sz="22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8115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828754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" y="0"/>
            <a:ext cx="18287543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800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2205" y="0"/>
            <a:ext cx="8470460" cy="9724612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PT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PT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PT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PT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PT" noProof="0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A236AD3-E703-B559-5881-E1BC4CE0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9" y="3080462"/>
            <a:ext cx="5503742" cy="4140147"/>
          </a:xfrm>
        </p:spPr>
        <p:txBody>
          <a:bodyPr>
            <a:normAutofit/>
          </a:bodyPr>
          <a:lstStyle/>
          <a:p>
            <a:r>
              <a:rPr lang="pt-PT" sz="6000" spc="270" noProof="0" dirty="0">
                <a:solidFill>
                  <a:schemeClr val="tx2"/>
                </a:solidFill>
              </a:rPr>
              <a:t>Vantagens Competitivas</a:t>
            </a:r>
            <a:endParaRPr lang="pt-PT" sz="6000" noProof="0" dirty="0">
              <a:solidFill>
                <a:schemeClr val="tx2"/>
              </a:solidFill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FCFEF00-3385-FF71-D4B9-B9E173A80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5861" y="1202799"/>
            <a:ext cx="7959126" cy="7845951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pt-PT" sz="2700" noProof="0" dirty="0">
                <a:solidFill>
                  <a:schemeClr val="tx2"/>
                </a:solidFill>
              </a:rPr>
              <a:t>O que é difícil ou impossível de copiar: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pt-PT" sz="2700" noProof="0" dirty="0">
              <a:solidFill>
                <a:schemeClr val="tx2"/>
              </a:solidFill>
            </a:endParaRPr>
          </a:p>
          <a:p>
            <a:pPr marL="428625" indent="-428625">
              <a:lnSpc>
                <a:spcPct val="90000"/>
              </a:lnSpc>
              <a:spcAft>
                <a:spcPts val="600"/>
              </a:spcAft>
            </a:pPr>
            <a:r>
              <a:rPr lang="pt-PT" sz="2700" noProof="0" dirty="0">
                <a:solidFill>
                  <a:schemeClr val="tx2"/>
                </a:solidFill>
              </a:rPr>
              <a:t>Equipa que vive o problema de alojamento estudantil na primeira pessoa e conhece bem a realidade da </a:t>
            </a:r>
            <a:r>
              <a:rPr lang="pt-PT" sz="2700" noProof="0" dirty="0" err="1">
                <a:solidFill>
                  <a:schemeClr val="tx2"/>
                </a:solidFill>
              </a:rPr>
              <a:t>UAlg</a:t>
            </a:r>
            <a:r>
              <a:rPr lang="pt-PT" sz="2700" noProof="0" dirty="0">
                <a:solidFill>
                  <a:schemeClr val="tx2"/>
                </a:solidFill>
              </a:rPr>
              <a:t>/Faro.</a:t>
            </a:r>
          </a:p>
          <a:p>
            <a:pPr marL="428625" indent="-428625">
              <a:lnSpc>
                <a:spcPct val="90000"/>
              </a:lnSpc>
              <a:spcAft>
                <a:spcPts val="600"/>
              </a:spcAft>
            </a:pPr>
            <a:endParaRPr lang="pt-PT" sz="2700" noProof="0" dirty="0">
              <a:solidFill>
                <a:schemeClr val="tx2"/>
              </a:solidFill>
            </a:endParaRPr>
          </a:p>
          <a:p>
            <a:pPr marL="428625" indent="-428625">
              <a:lnSpc>
                <a:spcPct val="90000"/>
              </a:lnSpc>
              <a:spcAft>
                <a:spcPts val="600"/>
              </a:spcAft>
            </a:pPr>
            <a:r>
              <a:rPr lang="pt-PT" sz="2700" noProof="0" dirty="0">
                <a:solidFill>
                  <a:schemeClr val="tx2"/>
                </a:solidFill>
              </a:rPr>
              <a:t>Foco inicial muito claro numa cidade/universidade específica, permitindo construir relações reais com estudantes, associações académicas e senhorios locais.</a:t>
            </a:r>
          </a:p>
          <a:p>
            <a:pPr marL="428625" indent="-428625">
              <a:lnSpc>
                <a:spcPct val="90000"/>
              </a:lnSpc>
              <a:spcAft>
                <a:spcPts val="600"/>
              </a:spcAft>
            </a:pPr>
            <a:endParaRPr lang="pt-PT" sz="2700" noProof="0" dirty="0">
              <a:solidFill>
                <a:schemeClr val="tx2"/>
              </a:solidFill>
            </a:endParaRPr>
          </a:p>
          <a:p>
            <a:pPr marL="428625" indent="-428625">
              <a:lnSpc>
                <a:spcPct val="90000"/>
              </a:lnSpc>
              <a:spcAft>
                <a:spcPts val="600"/>
              </a:spcAft>
            </a:pPr>
            <a:r>
              <a:rPr lang="pt-PT" sz="2700" noProof="0" dirty="0">
                <a:solidFill>
                  <a:schemeClr val="tx2"/>
                </a:solidFill>
              </a:rPr>
              <a:t>Potencial para parcerias institucionais com a </a:t>
            </a:r>
            <a:r>
              <a:rPr lang="pt-PT" sz="2700" noProof="0" dirty="0" err="1">
                <a:solidFill>
                  <a:schemeClr val="tx2"/>
                </a:solidFill>
              </a:rPr>
              <a:t>UAlg</a:t>
            </a:r>
            <a:r>
              <a:rPr lang="pt-PT" sz="2700" noProof="0" dirty="0">
                <a:solidFill>
                  <a:schemeClr val="tx2"/>
                </a:solidFill>
              </a:rPr>
              <a:t>, Associação Académica e Serviços de Ação Social.</a:t>
            </a:r>
          </a:p>
          <a:p>
            <a:pPr marL="428625" indent="-428625">
              <a:lnSpc>
                <a:spcPct val="90000"/>
              </a:lnSpc>
              <a:spcAft>
                <a:spcPts val="600"/>
              </a:spcAft>
            </a:pPr>
            <a:endParaRPr lang="pt-PT" sz="2700" noProof="0" dirty="0">
              <a:solidFill>
                <a:schemeClr val="tx2"/>
              </a:solidFill>
            </a:endParaRPr>
          </a:p>
          <a:p>
            <a:pPr marL="428625" indent="-428625">
              <a:lnSpc>
                <a:spcPct val="90000"/>
              </a:lnSpc>
              <a:spcAft>
                <a:spcPts val="600"/>
              </a:spcAft>
            </a:pPr>
            <a:r>
              <a:rPr lang="pt-PT" sz="2700" noProof="0" dirty="0">
                <a:solidFill>
                  <a:schemeClr val="tx2"/>
                </a:solidFill>
              </a:rPr>
              <a:t>Efeito de rede: quanto mais estudantes e senhorios usam a plataforma, mais rápido e fácil é encontrar casa adequada, aumentando o valor para todos.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pt-PT" sz="2700" noProof="0" dirty="0">
              <a:solidFill>
                <a:schemeClr val="tx2"/>
              </a:solidFill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C578A37-A61E-3BC4-D9A3-F8E60E1876FA}"/>
              </a:ext>
            </a:extLst>
          </p:cNvPr>
          <p:cNvSpPr txBox="1"/>
          <p:nvPr/>
        </p:nvSpPr>
        <p:spPr>
          <a:xfrm>
            <a:off x="16306237" y="495300"/>
            <a:ext cx="1577496" cy="545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pt-PT" sz="3000" b="0" kern="1200" spc="125" noProof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UniCasa</a:t>
            </a:r>
            <a:endParaRPr lang="pt-PT" sz="3000" kern="120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3005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CEFC7A-4842-A8EC-BA2D-4C01110FA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Equipa</a:t>
            </a:r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832FD3C4-1D7D-46C4-D993-5545C308CE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713274"/>
              </p:ext>
            </p:extLst>
          </p:nvPr>
        </p:nvGraphicFramePr>
        <p:xfrm>
          <a:off x="1257300" y="2738438"/>
          <a:ext cx="15773400" cy="6527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object 3">
            <a:extLst>
              <a:ext uri="{FF2B5EF4-FFF2-40B4-BE49-F238E27FC236}">
                <a16:creationId xmlns:a16="http://schemas.microsoft.com/office/drawing/2014/main" id="{B1F6D236-3443-AF79-C90B-B0254E68DFFF}"/>
              </a:ext>
            </a:extLst>
          </p:cNvPr>
          <p:cNvSpPr txBox="1"/>
          <p:nvPr/>
        </p:nvSpPr>
        <p:spPr>
          <a:xfrm>
            <a:off x="16306237" y="495300"/>
            <a:ext cx="1577496" cy="545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pt-PT" sz="3000" b="0" kern="1200" spc="125" noProof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UniCasa</a:t>
            </a:r>
            <a:endParaRPr lang="pt-PT" sz="3000" kern="120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596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F6C0B-E3F7-AFC5-765B-38D9596C4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966469"/>
            <a:ext cx="15671800" cy="2215991"/>
          </a:xfrm>
        </p:spPr>
        <p:txBody>
          <a:bodyPr/>
          <a:lstStyle/>
          <a:p>
            <a:r>
              <a:rPr lang="pt-PT" noProof="0" dirty="0"/>
              <a:t>Próximos Passos &amp; Métricas-Chave</a:t>
            </a:r>
          </a:p>
        </p:txBody>
      </p:sp>
      <p:graphicFrame>
        <p:nvGraphicFramePr>
          <p:cNvPr id="7" name="Marcador de Posição de Conteúdo 2">
            <a:extLst>
              <a:ext uri="{FF2B5EF4-FFF2-40B4-BE49-F238E27FC236}">
                <a16:creationId xmlns:a16="http://schemas.microsoft.com/office/drawing/2014/main" id="{C9DF2ED5-8D9C-7D5F-04D3-971242CFB4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7590200"/>
              </p:ext>
            </p:extLst>
          </p:nvPr>
        </p:nvGraphicFramePr>
        <p:xfrm>
          <a:off x="1257300" y="2738438"/>
          <a:ext cx="15773400" cy="6527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3">
            <a:extLst>
              <a:ext uri="{FF2B5EF4-FFF2-40B4-BE49-F238E27FC236}">
                <a16:creationId xmlns:a16="http://schemas.microsoft.com/office/drawing/2014/main" id="{CDEA93DA-C33B-88B0-85A7-3CEB24ED83D3}"/>
              </a:ext>
            </a:extLst>
          </p:cNvPr>
          <p:cNvSpPr txBox="1"/>
          <p:nvPr/>
        </p:nvSpPr>
        <p:spPr>
          <a:xfrm>
            <a:off x="16306237" y="495300"/>
            <a:ext cx="1577496" cy="545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pt-PT" sz="3000" b="0" kern="1200" spc="125" noProof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UniCasa</a:t>
            </a:r>
            <a:endParaRPr lang="pt-PT" sz="3000" kern="120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77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8287542" cy="102780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" y="0"/>
            <a:ext cx="18287543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885993" y="6401748"/>
            <a:ext cx="7208994" cy="1945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pt-PT" sz="6000" i="1" kern="1200" spc="-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Mensagem Final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86449" y="5143498"/>
            <a:ext cx="7208536" cy="12582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pt-PT" sz="3000" b="0" kern="1200" spc="125" noProof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UniCasa</a:t>
            </a:r>
            <a:endParaRPr lang="pt-PT" sz="3000" kern="120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379" y="-8965"/>
            <a:ext cx="9358011" cy="1029596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 dirty="0"/>
            </a:p>
          </p:txBody>
        </p:sp>
      </p:grpSp>
      <p:sp>
        <p:nvSpPr>
          <p:cNvPr id="4" name="object 4"/>
          <p:cNvSpPr txBox="1"/>
          <p:nvPr/>
        </p:nvSpPr>
        <p:spPr>
          <a:xfrm>
            <a:off x="1016000" y="2990523"/>
            <a:ext cx="8818245" cy="164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PT" sz="2000" b="1" noProof="0" dirty="0" err="1"/>
              <a:t>UniCasa</a:t>
            </a:r>
            <a:endParaRPr lang="pt-PT" sz="2000" b="1" noProof="0" dirty="0"/>
          </a:p>
          <a:p>
            <a:pPr>
              <a:spcAft>
                <a:spcPts val="600"/>
              </a:spcAft>
            </a:pPr>
            <a:endParaRPr lang="pt-PT" sz="2000" b="1" noProof="0" dirty="0"/>
          </a:p>
          <a:p>
            <a:pPr>
              <a:spcAft>
                <a:spcPts val="600"/>
              </a:spcAft>
            </a:pPr>
            <a:r>
              <a:rPr lang="pt-PT" sz="2800" b="1" noProof="0" dirty="0"/>
              <a:t>“A forma mais simples e segura de encontrar casa para estudar.”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AA6B1050-3063-4BF7-9E49-1517E546B879}"/>
              </a:ext>
            </a:extLst>
          </p:cNvPr>
          <p:cNvSpPr txBox="1"/>
          <p:nvPr/>
        </p:nvSpPr>
        <p:spPr>
          <a:xfrm>
            <a:off x="16306237" y="495300"/>
            <a:ext cx="1577496" cy="545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pt-PT" sz="3000" b="0" kern="1200" spc="125" noProof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UniCasa</a:t>
            </a:r>
            <a:endParaRPr lang="pt-PT" sz="3000" kern="120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659</TotalTime>
  <Words>1213</Words>
  <Application>Microsoft Office PowerPoint</Application>
  <PresentationFormat>Personalizados</PresentationFormat>
  <Paragraphs>161</Paragraphs>
  <Slides>15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20" baseType="lpstr">
      <vt:lpstr>Arial</vt:lpstr>
      <vt:lpstr>Helvetica Neue Medium</vt:lpstr>
      <vt:lpstr>Lucida Sans Unicode</vt:lpstr>
      <vt:lpstr>Trebuchet MS</vt:lpstr>
      <vt:lpstr>Office Theme</vt:lpstr>
      <vt:lpstr>UniCasa</vt:lpstr>
      <vt:lpstr>Agenda</vt:lpstr>
      <vt:lpstr>Contexto</vt:lpstr>
      <vt:lpstr>O Problema</vt:lpstr>
      <vt:lpstr>Utilizadores-Alvo</vt:lpstr>
      <vt:lpstr>Dimensão &amp; Validação do Mercado</vt:lpstr>
      <vt:lpstr>Proposta Única de Valor</vt:lpstr>
      <vt:lpstr>A Solução</vt:lpstr>
      <vt:lpstr>Como Funciona &amp; Aquisição de Utilizadores</vt:lpstr>
      <vt:lpstr>Modelo de Negócios</vt:lpstr>
      <vt:lpstr>Concorrência &amp; Alternativas</vt:lpstr>
      <vt:lpstr>Vantagens Competitivas</vt:lpstr>
      <vt:lpstr>Equipa</vt:lpstr>
      <vt:lpstr>Próximos Passos &amp; Métricas-Chave</vt:lpstr>
      <vt:lpstr>Mensagem Final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2025_UAlg_Engª Inf._Pitch Template_v1.1</dc:title>
  <dc:creator>António Guerreiro</dc:creator>
  <cp:keywords>DAG5CRuFO68,BAEs5ntzrHg,0</cp:keywords>
  <cp:lastModifiedBy>diogo carvalho</cp:lastModifiedBy>
  <cp:revision>2</cp:revision>
  <dcterms:created xsi:type="dcterms:W3CDTF">2025-11-19T17:06:25Z</dcterms:created>
  <dcterms:modified xsi:type="dcterms:W3CDTF">2025-11-25T01:32:22Z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2025-11-18T00:00:00Z</vt:filetime>
  </property>
  <property fmtid="{D5CDD505-2E9C-101B-9397-08002B2CF9AE}" pid="3" name="Creator">
    <vt:lpwstr>Canva</vt:lpwstr>
  </property>
  <property fmtid="{D5CDD505-2E9C-101B-9397-08002B2CF9AE}" pid="4" name="LastSaved">
    <vt:filetime>2025-11-19T00:00:00Z</vt:filetime>
  </property>
  <property fmtid="{D5CDD505-2E9C-101B-9397-08002B2CF9AE}" pid="5" name="Producer">
    <vt:lpwstr>Canva</vt:lpwstr>
  </property>
</Properties>
</file>