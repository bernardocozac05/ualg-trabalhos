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4" r:id="rId1"/>
  </p:sldMasterIdLst>
  <p:sldIdLst>
    <p:sldId id="256" r:id="rId2"/>
    <p:sldId id="271" r:id="rId3"/>
    <p:sldId id="272" r:id="rId4"/>
    <p:sldId id="273" r:id="rId5"/>
    <p:sldId id="280" r:id="rId6"/>
    <p:sldId id="275" r:id="rId7"/>
    <p:sldId id="281" r:id="rId8"/>
    <p:sldId id="282" r:id="rId9"/>
    <p:sldId id="277" r:id="rId10"/>
    <p:sldId id="278" r:id="rId11"/>
    <p:sldId id="283" r:id="rId12"/>
    <p:sldId id="284" r:id="rId13"/>
    <p:sldId id="285" r:id="rId14"/>
    <p:sldId id="269" r:id="rId15"/>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A7A3A2-4915-4B3F-8AEE-AA112D66FE04}" v="17" dt="2025-10-16T10:34:43.0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513"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ogo carvalho" userId="3fc03364a2bd823d" providerId="LiveId" clId="{411C5671-B004-4BCF-AB26-A19A5A4955D0}"/>
    <pc:docChg chg="modSld">
      <pc:chgData name="diogo carvalho" userId="3fc03364a2bd823d" providerId="LiveId" clId="{411C5671-B004-4BCF-AB26-A19A5A4955D0}" dt="2025-10-16T10:34:43.057" v="94" actId="1076"/>
      <pc:docMkLst>
        <pc:docMk/>
      </pc:docMkLst>
      <pc:sldChg chg="addSp delSp modSp mod">
        <pc:chgData name="diogo carvalho" userId="3fc03364a2bd823d" providerId="LiveId" clId="{411C5671-B004-4BCF-AB26-A19A5A4955D0}" dt="2025-10-16T10:34:43.057" v="94" actId="1076"/>
        <pc:sldMkLst>
          <pc:docMk/>
          <pc:sldMk cId="3414494432" sldId="272"/>
        </pc:sldMkLst>
        <pc:spChg chg="mod">
          <ac:chgData name="diogo carvalho" userId="3fc03364a2bd823d" providerId="LiveId" clId="{411C5671-B004-4BCF-AB26-A19A5A4955D0}" dt="2025-10-16T10:33:39.224" v="78" actId="20577"/>
          <ac:spMkLst>
            <pc:docMk/>
            <pc:sldMk cId="3414494432" sldId="272"/>
            <ac:spMk id="4" creationId="{538E7FFB-9C90-60F0-1C0F-59D45A4B4CE1}"/>
          </ac:spMkLst>
        </pc:spChg>
        <pc:picChg chg="add mod">
          <ac:chgData name="diogo carvalho" userId="3fc03364a2bd823d" providerId="LiveId" clId="{411C5671-B004-4BCF-AB26-A19A5A4955D0}" dt="2025-10-16T10:34:43.057" v="94" actId="1076"/>
          <ac:picMkLst>
            <pc:docMk/>
            <pc:sldMk cId="3414494432" sldId="272"/>
            <ac:picMk id="3" creationId="{ABFFCFF1-F0BC-ACC8-B287-2EA402783A39}"/>
          </ac:picMkLst>
        </pc:picChg>
        <pc:picChg chg="del">
          <ac:chgData name="diogo carvalho" userId="3fc03364a2bd823d" providerId="LiveId" clId="{411C5671-B004-4BCF-AB26-A19A5A4955D0}" dt="2025-10-16T10:34:25.952" v="89" actId="478"/>
          <ac:picMkLst>
            <pc:docMk/>
            <pc:sldMk cId="3414494432" sldId="272"/>
            <ac:picMk id="14341" creationId="{982709A3-741D-7AD3-824C-AEB7F9ABB1BA}"/>
          </ac:picMkLst>
        </pc:picChg>
      </pc:sldChg>
      <pc:sldChg chg="addSp delSp modSp">
        <pc:chgData name="diogo carvalho" userId="3fc03364a2bd823d" providerId="LiveId" clId="{411C5671-B004-4BCF-AB26-A19A5A4955D0}" dt="2025-10-16T10:34:17.880" v="87" actId="478"/>
        <pc:sldMkLst>
          <pc:docMk/>
          <pc:sldMk cId="1411497602" sldId="273"/>
        </pc:sldMkLst>
        <pc:graphicFrameChg chg="mod">
          <ac:chgData name="diogo carvalho" userId="3fc03364a2bd823d" providerId="LiveId" clId="{411C5671-B004-4BCF-AB26-A19A5A4955D0}" dt="2025-10-16T10:34:14.221" v="86" actId="113"/>
          <ac:graphicFrameMkLst>
            <pc:docMk/>
            <pc:sldMk cId="1411497602" sldId="273"/>
            <ac:graphicFrameMk id="6" creationId="{8F3718B1-B913-BE58-8E6A-F8D91B72AF09}"/>
          </ac:graphicFrameMkLst>
        </pc:graphicFrameChg>
        <pc:picChg chg="add mod">
          <ac:chgData name="diogo carvalho" userId="3fc03364a2bd823d" providerId="LiveId" clId="{411C5671-B004-4BCF-AB26-A19A5A4955D0}" dt="2025-10-16T10:34:01.556" v="84" actId="1076"/>
          <ac:picMkLst>
            <pc:docMk/>
            <pc:sldMk cId="1411497602" sldId="273"/>
            <ac:picMk id="3" creationId="{CE0CAA6B-D24E-5952-A538-392DEE0D1F73}"/>
          </ac:picMkLst>
        </pc:picChg>
        <pc:picChg chg="del mod">
          <ac:chgData name="diogo carvalho" userId="3fc03364a2bd823d" providerId="LiveId" clId="{411C5671-B004-4BCF-AB26-A19A5A4955D0}" dt="2025-10-16T10:34:17.880" v="87" actId="478"/>
          <ac:picMkLst>
            <pc:docMk/>
            <pc:sldMk cId="1411497602" sldId="273"/>
            <ac:picMk id="15363" creationId="{1F7A9081-1A44-84AC-3042-2E0745F84175}"/>
          </ac:picMkLst>
        </pc:picChg>
      </pc:sldChg>
    </pc:docChg>
  </pc:docChgLst>
  <pc:docChgLst>
    <pc:chgData name="diogo carvalho" userId="3fc03364a2bd823d" providerId="LiveId" clId="{7FBA36CE-579D-49D7-8370-461FD953C90C}"/>
    <pc:docChg chg="undo custSel addSld delSld modSld sldOrd">
      <pc:chgData name="diogo carvalho" userId="3fc03364a2bd823d" providerId="LiveId" clId="{7FBA36CE-579D-49D7-8370-461FD953C90C}" dt="2025-10-14T20:10:40.067" v="1245" actId="26606"/>
      <pc:docMkLst>
        <pc:docMk/>
      </pc:docMkLst>
      <pc:sldChg chg="del">
        <pc:chgData name="diogo carvalho" userId="3fc03364a2bd823d" providerId="LiveId" clId="{7FBA36CE-579D-49D7-8370-461FD953C90C}" dt="2025-10-14T18:42:13.360" v="412" actId="47"/>
        <pc:sldMkLst>
          <pc:docMk/>
          <pc:sldMk cId="3806046475" sldId="257"/>
        </pc:sldMkLst>
      </pc:sldChg>
      <pc:sldChg chg="addSp delSp modSp new del mod setBg">
        <pc:chgData name="diogo carvalho" userId="3fc03364a2bd823d" providerId="LiveId" clId="{7FBA36CE-579D-49D7-8370-461FD953C90C}" dt="2025-10-14T18:42:14.357" v="413" actId="47"/>
        <pc:sldMkLst>
          <pc:docMk/>
          <pc:sldMk cId="2006107966" sldId="258"/>
        </pc:sldMkLst>
      </pc:sldChg>
      <pc:sldChg chg="addSp delSp modSp new del mod setBg">
        <pc:chgData name="diogo carvalho" userId="3fc03364a2bd823d" providerId="LiveId" clId="{7FBA36CE-579D-49D7-8370-461FD953C90C}" dt="2025-10-14T18:42:14.723" v="414" actId="47"/>
        <pc:sldMkLst>
          <pc:docMk/>
          <pc:sldMk cId="2774980579" sldId="259"/>
        </pc:sldMkLst>
      </pc:sldChg>
      <pc:sldChg chg="addSp delSp modSp new del mod setBg">
        <pc:chgData name="diogo carvalho" userId="3fc03364a2bd823d" providerId="LiveId" clId="{7FBA36CE-579D-49D7-8370-461FD953C90C}" dt="2025-10-14T18:42:15.037" v="415" actId="47"/>
        <pc:sldMkLst>
          <pc:docMk/>
          <pc:sldMk cId="2445229777" sldId="260"/>
        </pc:sldMkLst>
      </pc:sldChg>
      <pc:sldChg chg="addSp delSp modSp new del mod setBg">
        <pc:chgData name="diogo carvalho" userId="3fc03364a2bd823d" providerId="LiveId" clId="{7FBA36CE-579D-49D7-8370-461FD953C90C}" dt="2025-10-14T18:42:15.329" v="416" actId="47"/>
        <pc:sldMkLst>
          <pc:docMk/>
          <pc:sldMk cId="1746505357" sldId="261"/>
        </pc:sldMkLst>
      </pc:sldChg>
      <pc:sldChg chg="addSp delSp modSp new del mod setBg">
        <pc:chgData name="diogo carvalho" userId="3fc03364a2bd823d" providerId="LiveId" clId="{7FBA36CE-579D-49D7-8370-461FD953C90C}" dt="2025-10-14T18:42:15.679" v="417" actId="47"/>
        <pc:sldMkLst>
          <pc:docMk/>
          <pc:sldMk cId="4142415394" sldId="262"/>
        </pc:sldMkLst>
      </pc:sldChg>
      <pc:sldChg chg="addSp delSp modSp new del mod setBg">
        <pc:chgData name="diogo carvalho" userId="3fc03364a2bd823d" providerId="LiveId" clId="{7FBA36CE-579D-49D7-8370-461FD953C90C}" dt="2025-10-14T18:42:16.094" v="418" actId="47"/>
        <pc:sldMkLst>
          <pc:docMk/>
          <pc:sldMk cId="1926007855" sldId="263"/>
        </pc:sldMkLst>
      </pc:sldChg>
      <pc:sldChg chg="addSp delSp modSp new del mod setBg">
        <pc:chgData name="diogo carvalho" userId="3fc03364a2bd823d" providerId="LiveId" clId="{7FBA36CE-579D-49D7-8370-461FD953C90C}" dt="2025-10-14T18:42:16.442" v="419" actId="47"/>
        <pc:sldMkLst>
          <pc:docMk/>
          <pc:sldMk cId="4066315552" sldId="264"/>
        </pc:sldMkLst>
      </pc:sldChg>
      <pc:sldChg chg="addSp delSp modSp new del mod setBg">
        <pc:chgData name="diogo carvalho" userId="3fc03364a2bd823d" providerId="LiveId" clId="{7FBA36CE-579D-49D7-8370-461FD953C90C}" dt="2025-10-14T18:42:16.796" v="420" actId="47"/>
        <pc:sldMkLst>
          <pc:docMk/>
          <pc:sldMk cId="9507085" sldId="265"/>
        </pc:sldMkLst>
      </pc:sldChg>
      <pc:sldChg chg="addSp delSp modSp new del mod setBg">
        <pc:chgData name="diogo carvalho" userId="3fc03364a2bd823d" providerId="LiveId" clId="{7FBA36CE-579D-49D7-8370-461FD953C90C}" dt="2025-10-14T18:42:17.579" v="421" actId="47"/>
        <pc:sldMkLst>
          <pc:docMk/>
          <pc:sldMk cId="890754967" sldId="266"/>
        </pc:sldMkLst>
      </pc:sldChg>
      <pc:sldChg chg="addSp delSp modSp new del mod setBg">
        <pc:chgData name="diogo carvalho" userId="3fc03364a2bd823d" providerId="LiveId" clId="{7FBA36CE-579D-49D7-8370-461FD953C90C}" dt="2025-10-14T18:40:08.611" v="401" actId="47"/>
        <pc:sldMkLst>
          <pc:docMk/>
          <pc:sldMk cId="2083054265" sldId="267"/>
        </pc:sldMkLst>
      </pc:sldChg>
      <pc:sldChg chg="addSp delSp modSp new del mod setBg">
        <pc:chgData name="diogo carvalho" userId="3fc03364a2bd823d" providerId="LiveId" clId="{7FBA36CE-579D-49D7-8370-461FD953C90C}" dt="2025-10-14T18:40:09.465" v="402" actId="47"/>
        <pc:sldMkLst>
          <pc:docMk/>
          <pc:sldMk cId="2745987719" sldId="268"/>
        </pc:sldMkLst>
      </pc:sldChg>
      <pc:sldChg chg="addSp delSp modSp new mod setBg">
        <pc:chgData name="diogo carvalho" userId="3fc03364a2bd823d" providerId="LiveId" clId="{7FBA36CE-579D-49D7-8370-461FD953C90C}" dt="2025-10-14T18:42:30.488" v="422"/>
        <pc:sldMkLst>
          <pc:docMk/>
          <pc:sldMk cId="970975297" sldId="269"/>
        </pc:sldMkLst>
        <pc:spChg chg="mod">
          <ac:chgData name="diogo carvalho" userId="3fc03364a2bd823d" providerId="LiveId" clId="{7FBA36CE-579D-49D7-8370-461FD953C90C}" dt="2025-10-14T14:08:48.667" v="326" actId="26606"/>
          <ac:spMkLst>
            <pc:docMk/>
            <pc:sldMk cId="970975297" sldId="269"/>
            <ac:spMk id="2" creationId="{CC6D0694-7A9E-B19B-5E1D-95D01B2E0E48}"/>
          </ac:spMkLst>
        </pc:spChg>
        <pc:spChg chg="mod">
          <ac:chgData name="diogo carvalho" userId="3fc03364a2bd823d" providerId="LiveId" clId="{7FBA36CE-579D-49D7-8370-461FD953C90C}" dt="2025-10-14T18:42:30.488" v="422"/>
          <ac:spMkLst>
            <pc:docMk/>
            <pc:sldMk cId="970975297" sldId="269"/>
            <ac:spMk id="3" creationId="{4B72CBBE-CA0D-61D3-3E47-7F8961A6B175}"/>
          </ac:spMkLst>
        </pc:spChg>
        <pc:spChg chg="add">
          <ac:chgData name="diogo carvalho" userId="3fc03364a2bd823d" providerId="LiveId" clId="{7FBA36CE-579D-49D7-8370-461FD953C90C}" dt="2025-10-14T14:08:48.667" v="326" actId="26606"/>
          <ac:spMkLst>
            <pc:docMk/>
            <pc:sldMk cId="970975297" sldId="269"/>
            <ac:spMk id="17" creationId="{EEF92585-7A99-6108-9663-8C59032742EC}"/>
          </ac:spMkLst>
        </pc:spChg>
        <pc:cxnChg chg="add">
          <ac:chgData name="diogo carvalho" userId="3fc03364a2bd823d" providerId="LiveId" clId="{7FBA36CE-579D-49D7-8370-461FD953C90C}" dt="2025-10-14T14:08:48.667" v="326" actId="26606"/>
          <ac:cxnSpMkLst>
            <pc:docMk/>
            <pc:sldMk cId="970975297" sldId="269"/>
            <ac:cxnSpMk id="19" creationId="{78F0A063-5253-8DF5-3B7B-12FE096705F1}"/>
          </ac:cxnSpMkLst>
        </pc:cxnChg>
      </pc:sldChg>
      <pc:sldChg chg="addSp delSp modSp new del mod ord setBg">
        <pc:chgData name="diogo carvalho" userId="3fc03364a2bd823d" providerId="LiveId" clId="{7FBA36CE-579D-49D7-8370-461FD953C90C}" dt="2025-10-14T19:49:59.496" v="1093" actId="47"/>
        <pc:sldMkLst>
          <pc:docMk/>
          <pc:sldMk cId="709019156" sldId="270"/>
        </pc:sldMkLst>
      </pc:sldChg>
      <pc:sldChg chg="addSp delSp modSp new mod setBg">
        <pc:chgData name="diogo carvalho" userId="3fc03364a2bd823d" providerId="LiveId" clId="{7FBA36CE-579D-49D7-8370-461FD953C90C}" dt="2025-10-14T18:44:00.493" v="472" actId="26606"/>
        <pc:sldMkLst>
          <pc:docMk/>
          <pc:sldMk cId="469904228" sldId="271"/>
        </pc:sldMkLst>
        <pc:spChg chg="mod">
          <ac:chgData name="diogo carvalho" userId="3fc03364a2bd823d" providerId="LiveId" clId="{7FBA36CE-579D-49D7-8370-461FD953C90C}" dt="2025-10-14T18:44:00.493" v="472" actId="26606"/>
          <ac:spMkLst>
            <pc:docMk/>
            <pc:sldMk cId="469904228" sldId="271"/>
            <ac:spMk id="2" creationId="{137A646F-2E6B-0F43-AAD5-F174FF8DA635}"/>
          </ac:spMkLst>
        </pc:spChg>
        <pc:spChg chg="add">
          <ac:chgData name="diogo carvalho" userId="3fc03364a2bd823d" providerId="LiveId" clId="{7FBA36CE-579D-49D7-8370-461FD953C90C}" dt="2025-10-14T18:44:00.493" v="472" actId="26606"/>
          <ac:spMkLst>
            <pc:docMk/>
            <pc:sldMk cId="469904228" sldId="271"/>
            <ac:spMk id="19" creationId="{F68B2C62-7648-4430-90D5-AE0F252AF113}"/>
          </ac:spMkLst>
        </pc:spChg>
        <pc:graphicFrameChg chg="add">
          <ac:chgData name="diogo carvalho" userId="3fc03364a2bd823d" providerId="LiveId" clId="{7FBA36CE-579D-49D7-8370-461FD953C90C}" dt="2025-10-14T18:44:00.493" v="472" actId="26606"/>
          <ac:graphicFrameMkLst>
            <pc:docMk/>
            <pc:sldMk cId="469904228" sldId="271"/>
            <ac:graphicFrameMk id="15" creationId="{FB848593-743B-096D-8DFD-D1847607CA73}"/>
          </ac:graphicFrameMkLst>
        </pc:graphicFrameChg>
        <pc:cxnChg chg="add">
          <ac:chgData name="diogo carvalho" userId="3fc03364a2bd823d" providerId="LiveId" clId="{7FBA36CE-579D-49D7-8370-461FD953C90C}" dt="2025-10-14T18:44:00.493" v="472" actId="26606"/>
          <ac:cxnSpMkLst>
            <pc:docMk/>
            <pc:sldMk cId="469904228" sldId="271"/>
            <ac:cxnSpMk id="21" creationId="{4BFD5B9F-5FB6-467D-83D5-DF82F1907354}"/>
          </ac:cxnSpMkLst>
        </pc:cxnChg>
      </pc:sldChg>
      <pc:sldChg chg="addSp delSp modSp new mod setBg">
        <pc:chgData name="diogo carvalho" userId="3fc03364a2bd823d" providerId="LiveId" clId="{7FBA36CE-579D-49D7-8370-461FD953C90C}" dt="2025-10-14T18:48:17.385" v="483" actId="26606"/>
        <pc:sldMkLst>
          <pc:docMk/>
          <pc:sldMk cId="3414494432" sldId="272"/>
        </pc:sldMkLst>
        <pc:spChg chg="mod">
          <ac:chgData name="diogo carvalho" userId="3fc03364a2bd823d" providerId="LiveId" clId="{7FBA36CE-579D-49D7-8370-461FD953C90C}" dt="2025-10-14T18:48:17.385" v="483" actId="26606"/>
          <ac:spMkLst>
            <pc:docMk/>
            <pc:sldMk cId="3414494432" sldId="272"/>
            <ac:spMk id="2" creationId="{2BBB287B-3074-2F0A-BE04-56A17851357F}"/>
          </ac:spMkLst>
        </pc:spChg>
        <pc:spChg chg="add mod">
          <ac:chgData name="diogo carvalho" userId="3fc03364a2bd823d" providerId="LiveId" clId="{7FBA36CE-579D-49D7-8370-461FD953C90C}" dt="2025-10-14T18:48:17.385" v="483" actId="26606"/>
          <ac:spMkLst>
            <pc:docMk/>
            <pc:sldMk cId="3414494432" sldId="272"/>
            <ac:spMk id="4" creationId="{538E7FFB-9C90-60F0-1C0F-59D45A4B4CE1}"/>
          </ac:spMkLst>
        </pc:spChg>
        <pc:spChg chg="add">
          <ac:chgData name="diogo carvalho" userId="3fc03364a2bd823d" providerId="LiveId" clId="{7FBA36CE-579D-49D7-8370-461FD953C90C}" dt="2025-10-14T18:48:17.385" v="483" actId="26606"/>
          <ac:spMkLst>
            <pc:docMk/>
            <pc:sldMk cId="3414494432" sldId="272"/>
            <ac:spMk id="14346" creationId="{E53615EE-C559-4E03-999B-5477F1626FE5}"/>
          </ac:spMkLst>
        </pc:spChg>
        <pc:picChg chg="add mod">
          <ac:chgData name="diogo carvalho" userId="3fc03364a2bd823d" providerId="LiveId" clId="{7FBA36CE-579D-49D7-8370-461FD953C90C}" dt="2025-10-14T18:48:17.385" v="483" actId="26606"/>
          <ac:picMkLst>
            <pc:docMk/>
            <pc:sldMk cId="3414494432" sldId="272"/>
            <ac:picMk id="14339" creationId="{789AFEED-CB0C-1951-EF8F-95A5C5933A50}"/>
          </ac:picMkLst>
        </pc:picChg>
        <pc:picChg chg="add mod">
          <ac:chgData name="diogo carvalho" userId="3fc03364a2bd823d" providerId="LiveId" clId="{7FBA36CE-579D-49D7-8370-461FD953C90C}" dt="2025-10-14T18:48:17.385" v="483" actId="26606"/>
          <ac:picMkLst>
            <pc:docMk/>
            <pc:sldMk cId="3414494432" sldId="272"/>
            <ac:picMk id="14341" creationId="{982709A3-741D-7AD3-824C-AEB7F9ABB1BA}"/>
          </ac:picMkLst>
        </pc:picChg>
        <pc:cxnChg chg="add">
          <ac:chgData name="diogo carvalho" userId="3fc03364a2bd823d" providerId="LiveId" clId="{7FBA36CE-579D-49D7-8370-461FD953C90C}" dt="2025-10-14T18:48:17.385" v="483" actId="26606"/>
          <ac:cxnSpMkLst>
            <pc:docMk/>
            <pc:sldMk cId="3414494432" sldId="272"/>
            <ac:cxnSpMk id="14348" creationId="{799A8EBD-049C-48E6-97ED-C9102D78FC79}"/>
          </ac:cxnSpMkLst>
        </pc:cxnChg>
        <pc:cxnChg chg="add">
          <ac:chgData name="diogo carvalho" userId="3fc03364a2bd823d" providerId="LiveId" clId="{7FBA36CE-579D-49D7-8370-461FD953C90C}" dt="2025-10-14T18:48:17.385" v="483" actId="26606"/>
          <ac:cxnSpMkLst>
            <pc:docMk/>
            <pc:sldMk cId="3414494432" sldId="272"/>
            <ac:cxnSpMk id="14350" creationId="{07AB7C5C-C091-4C25-B1BD-93E2F6948C92}"/>
          </ac:cxnSpMkLst>
        </pc:cxnChg>
      </pc:sldChg>
      <pc:sldChg chg="addSp delSp modSp new mod setBg">
        <pc:chgData name="diogo carvalho" userId="3fc03364a2bd823d" providerId="LiveId" clId="{7FBA36CE-579D-49D7-8370-461FD953C90C}" dt="2025-10-14T18:55:01.927" v="555" actId="20577"/>
        <pc:sldMkLst>
          <pc:docMk/>
          <pc:sldMk cId="1411497602" sldId="273"/>
        </pc:sldMkLst>
        <pc:spChg chg="mod">
          <ac:chgData name="diogo carvalho" userId="3fc03364a2bd823d" providerId="LiveId" clId="{7FBA36CE-579D-49D7-8370-461FD953C90C}" dt="2025-10-14T18:48:28.111" v="484" actId="26606"/>
          <ac:spMkLst>
            <pc:docMk/>
            <pc:sldMk cId="1411497602" sldId="273"/>
            <ac:spMk id="2" creationId="{EC06B54E-7956-B0B5-805B-492D8100B9AB}"/>
          </ac:spMkLst>
        </pc:spChg>
        <pc:spChg chg="add">
          <ac:chgData name="diogo carvalho" userId="3fc03364a2bd823d" providerId="LiveId" clId="{7FBA36CE-579D-49D7-8370-461FD953C90C}" dt="2025-10-14T18:48:28.111" v="484" actId="26606"/>
          <ac:spMkLst>
            <pc:docMk/>
            <pc:sldMk cId="1411497602" sldId="273"/>
            <ac:spMk id="10" creationId="{F68B2C62-7648-4430-90D5-AE0F252AF113}"/>
          </ac:spMkLst>
        </pc:spChg>
        <pc:graphicFrameChg chg="add mod modGraphic">
          <ac:chgData name="diogo carvalho" userId="3fc03364a2bd823d" providerId="LiveId" clId="{7FBA36CE-579D-49D7-8370-461FD953C90C}" dt="2025-10-14T18:55:01.927" v="555" actId="20577"/>
          <ac:graphicFrameMkLst>
            <pc:docMk/>
            <pc:sldMk cId="1411497602" sldId="273"/>
            <ac:graphicFrameMk id="6" creationId="{8F3718B1-B913-BE58-8E6A-F8D91B72AF09}"/>
          </ac:graphicFrameMkLst>
        </pc:graphicFrameChg>
        <pc:picChg chg="add mod">
          <ac:chgData name="diogo carvalho" userId="3fc03364a2bd823d" providerId="LiveId" clId="{7FBA36CE-579D-49D7-8370-461FD953C90C}" dt="2025-10-14T18:54:13.351" v="508" actId="1076"/>
          <ac:picMkLst>
            <pc:docMk/>
            <pc:sldMk cId="1411497602" sldId="273"/>
            <ac:picMk id="15363" creationId="{1F7A9081-1A44-84AC-3042-2E0745F84175}"/>
          </ac:picMkLst>
        </pc:picChg>
        <pc:picChg chg="add mod">
          <ac:chgData name="diogo carvalho" userId="3fc03364a2bd823d" providerId="LiveId" clId="{7FBA36CE-579D-49D7-8370-461FD953C90C}" dt="2025-10-14T18:54:05.251" v="504" actId="1076"/>
          <ac:picMkLst>
            <pc:docMk/>
            <pc:sldMk cId="1411497602" sldId="273"/>
            <ac:picMk id="15365" creationId="{32BA853C-28D3-9A46-67EE-BC0F7138E15D}"/>
          </ac:picMkLst>
        </pc:picChg>
        <pc:cxnChg chg="add">
          <ac:chgData name="diogo carvalho" userId="3fc03364a2bd823d" providerId="LiveId" clId="{7FBA36CE-579D-49D7-8370-461FD953C90C}" dt="2025-10-14T18:48:28.111" v="484" actId="26606"/>
          <ac:cxnSpMkLst>
            <pc:docMk/>
            <pc:sldMk cId="1411497602" sldId="273"/>
            <ac:cxnSpMk id="12" creationId="{4BFD5B9F-5FB6-467D-83D5-DF82F1907354}"/>
          </ac:cxnSpMkLst>
        </pc:cxnChg>
      </pc:sldChg>
      <pc:sldChg chg="addSp delSp modSp new del mod setBg">
        <pc:chgData name="diogo carvalho" userId="3fc03364a2bd823d" providerId="LiveId" clId="{7FBA36CE-579D-49D7-8370-461FD953C90C}" dt="2025-10-14T19:43:12.214" v="851" actId="47"/>
        <pc:sldMkLst>
          <pc:docMk/>
          <pc:sldMk cId="3495417145" sldId="274"/>
        </pc:sldMkLst>
      </pc:sldChg>
      <pc:sldChg chg="addSp delSp modSp new mod setBg">
        <pc:chgData name="diogo carvalho" userId="3fc03364a2bd823d" providerId="LiveId" clId="{7FBA36CE-579D-49D7-8370-461FD953C90C}" dt="2025-10-14T20:04:14.612" v="1191" actId="26606"/>
        <pc:sldMkLst>
          <pc:docMk/>
          <pc:sldMk cId="3030527064" sldId="275"/>
        </pc:sldMkLst>
        <pc:spChg chg="mod">
          <ac:chgData name="diogo carvalho" userId="3fc03364a2bd823d" providerId="LiveId" clId="{7FBA36CE-579D-49D7-8370-461FD953C90C}" dt="2025-10-14T20:04:14.612" v="1191" actId="26606"/>
          <ac:spMkLst>
            <pc:docMk/>
            <pc:sldMk cId="3030527064" sldId="275"/>
            <ac:spMk id="2" creationId="{A53B4587-F40E-20BD-4B86-8160A9021746}"/>
          </ac:spMkLst>
        </pc:spChg>
        <pc:spChg chg="add mod ord">
          <ac:chgData name="diogo carvalho" userId="3fc03364a2bd823d" providerId="LiveId" clId="{7FBA36CE-579D-49D7-8370-461FD953C90C}" dt="2025-10-14T20:04:14.612" v="1191" actId="26606"/>
          <ac:spMkLst>
            <pc:docMk/>
            <pc:sldMk cId="3030527064" sldId="275"/>
            <ac:spMk id="7" creationId="{A6034D88-C01C-77E7-0121-92652F871F5D}"/>
          </ac:spMkLst>
        </pc:spChg>
        <pc:spChg chg="add">
          <ac:chgData name="diogo carvalho" userId="3fc03364a2bd823d" providerId="LiveId" clId="{7FBA36CE-579D-49D7-8370-461FD953C90C}" dt="2025-10-14T20:04:14.612" v="1191" actId="26606"/>
          <ac:spMkLst>
            <pc:docMk/>
            <pc:sldMk cId="3030527064" sldId="275"/>
            <ac:spMk id="38" creationId="{E49D7415-2F11-44C2-B6AA-13A25B6814B9}"/>
          </ac:spMkLst>
        </pc:spChg>
        <pc:picChg chg="add mod">
          <ac:chgData name="diogo carvalho" userId="3fc03364a2bd823d" providerId="LiveId" clId="{7FBA36CE-579D-49D7-8370-461FD953C90C}" dt="2025-10-14T20:04:14.612" v="1191" actId="26606"/>
          <ac:picMkLst>
            <pc:docMk/>
            <pc:sldMk cId="3030527064" sldId="275"/>
            <ac:picMk id="9" creationId="{712FEAF7-94EC-A4FC-F79C-3085A06DC764}"/>
          </ac:picMkLst>
        </pc:picChg>
        <pc:cxnChg chg="add">
          <ac:chgData name="diogo carvalho" userId="3fc03364a2bd823d" providerId="LiveId" clId="{7FBA36CE-579D-49D7-8370-461FD953C90C}" dt="2025-10-14T20:04:14.612" v="1191" actId="26606"/>
          <ac:cxnSpMkLst>
            <pc:docMk/>
            <pc:sldMk cId="3030527064" sldId="275"/>
            <ac:cxnSpMk id="40" creationId="{8E813B4C-6731-0B72-5252-A79AB0E20B58}"/>
          </ac:cxnSpMkLst>
        </pc:cxnChg>
        <pc:cxnChg chg="add">
          <ac:chgData name="diogo carvalho" userId="3fc03364a2bd823d" providerId="LiveId" clId="{7FBA36CE-579D-49D7-8370-461FD953C90C}" dt="2025-10-14T20:04:14.612" v="1191" actId="26606"/>
          <ac:cxnSpMkLst>
            <pc:docMk/>
            <pc:sldMk cId="3030527064" sldId="275"/>
            <ac:cxnSpMk id="42" creationId="{6E0E8146-6E65-2E6C-0C86-547E3C925406}"/>
          </ac:cxnSpMkLst>
        </pc:cxnChg>
      </pc:sldChg>
      <pc:sldChg chg="addSp delSp modSp new del mod setBg">
        <pc:chgData name="diogo carvalho" userId="3fc03364a2bd823d" providerId="LiveId" clId="{7FBA36CE-579D-49D7-8370-461FD953C90C}" dt="2025-10-14T19:46:26.018" v="969" actId="47"/>
        <pc:sldMkLst>
          <pc:docMk/>
          <pc:sldMk cId="214800817" sldId="276"/>
        </pc:sldMkLst>
      </pc:sldChg>
      <pc:sldChg chg="addSp delSp modSp new del mod setBg">
        <pc:chgData name="diogo carvalho" userId="3fc03364a2bd823d" providerId="LiveId" clId="{7FBA36CE-579D-49D7-8370-461FD953C90C}" dt="2025-10-14T19:06:33.113" v="748" actId="47"/>
        <pc:sldMkLst>
          <pc:docMk/>
          <pc:sldMk cId="2985502197" sldId="277"/>
        </pc:sldMkLst>
      </pc:sldChg>
      <pc:sldChg chg="addSp delSp modSp new mod setBg">
        <pc:chgData name="diogo carvalho" userId="3fc03364a2bd823d" providerId="LiveId" clId="{7FBA36CE-579D-49D7-8370-461FD953C90C}" dt="2025-10-14T20:10:40.067" v="1245" actId="26606"/>
        <pc:sldMkLst>
          <pc:docMk/>
          <pc:sldMk cId="4131953030" sldId="277"/>
        </pc:sldMkLst>
        <pc:spChg chg="mod">
          <ac:chgData name="diogo carvalho" userId="3fc03364a2bd823d" providerId="LiveId" clId="{7FBA36CE-579D-49D7-8370-461FD953C90C}" dt="2025-10-14T20:10:40.067" v="1245" actId="26606"/>
          <ac:spMkLst>
            <pc:docMk/>
            <pc:sldMk cId="4131953030" sldId="277"/>
            <ac:spMk id="2" creationId="{51AE94EB-5563-9EF8-325B-7D1CCAAA4EF2}"/>
          </ac:spMkLst>
        </pc:spChg>
        <pc:spChg chg="add mod ord">
          <ac:chgData name="diogo carvalho" userId="3fc03364a2bd823d" providerId="LiveId" clId="{7FBA36CE-579D-49D7-8370-461FD953C90C}" dt="2025-10-14T20:10:40.067" v="1245" actId="26606"/>
          <ac:spMkLst>
            <pc:docMk/>
            <pc:sldMk cId="4131953030" sldId="277"/>
            <ac:spMk id="6" creationId="{90F0AF86-50EA-CF61-7B26-724CE83A80F8}"/>
          </ac:spMkLst>
        </pc:spChg>
        <pc:spChg chg="add del">
          <ac:chgData name="diogo carvalho" userId="3fc03364a2bd823d" providerId="LiveId" clId="{7FBA36CE-579D-49D7-8370-461FD953C90C}" dt="2025-10-14T20:10:40.067" v="1245" actId="26606"/>
          <ac:spMkLst>
            <pc:docMk/>
            <pc:sldMk cId="4131953030" sldId="277"/>
            <ac:spMk id="40" creationId="{E53615EE-C559-4E03-999B-5477F1626FE5}"/>
          </ac:spMkLst>
        </pc:spChg>
        <pc:picChg chg="add mod ord">
          <ac:chgData name="diogo carvalho" userId="3fc03364a2bd823d" providerId="LiveId" clId="{7FBA36CE-579D-49D7-8370-461FD953C90C}" dt="2025-10-14T20:10:40.067" v="1245" actId="26606"/>
          <ac:picMkLst>
            <pc:docMk/>
            <pc:sldMk cId="4131953030" sldId="277"/>
            <ac:picMk id="9" creationId="{395BBCA3-B23E-9765-EB8D-AA34D4617488}"/>
          </ac:picMkLst>
        </pc:picChg>
        <pc:picChg chg="add mod ord">
          <ac:chgData name="diogo carvalho" userId="3fc03364a2bd823d" providerId="LiveId" clId="{7FBA36CE-579D-49D7-8370-461FD953C90C}" dt="2025-10-14T20:10:40.067" v="1245" actId="26606"/>
          <ac:picMkLst>
            <pc:docMk/>
            <pc:sldMk cId="4131953030" sldId="277"/>
            <ac:picMk id="12" creationId="{2239CB46-4B8E-0D8F-5081-09F6FDFA1581}"/>
          </ac:picMkLst>
        </pc:picChg>
        <pc:cxnChg chg="add del">
          <ac:chgData name="diogo carvalho" userId="3fc03364a2bd823d" providerId="LiveId" clId="{7FBA36CE-579D-49D7-8370-461FD953C90C}" dt="2025-10-14T20:10:40.067" v="1245" actId="26606"/>
          <ac:cxnSpMkLst>
            <pc:docMk/>
            <pc:sldMk cId="4131953030" sldId="277"/>
            <ac:cxnSpMk id="41" creationId="{B43766AD-6614-4710-B2A4-7BB682EE3D66}"/>
          </ac:cxnSpMkLst>
        </pc:cxnChg>
      </pc:sldChg>
      <pc:sldChg chg="addSp delSp modSp new mod setBg">
        <pc:chgData name="diogo carvalho" userId="3fc03364a2bd823d" providerId="LiveId" clId="{7FBA36CE-579D-49D7-8370-461FD953C90C}" dt="2025-10-14T19:49:30.042" v="1091" actId="26606"/>
        <pc:sldMkLst>
          <pc:docMk/>
          <pc:sldMk cId="4280569404" sldId="278"/>
        </pc:sldMkLst>
        <pc:spChg chg="mod">
          <ac:chgData name="diogo carvalho" userId="3fc03364a2bd823d" providerId="LiveId" clId="{7FBA36CE-579D-49D7-8370-461FD953C90C}" dt="2025-10-14T19:49:30.042" v="1091" actId="26606"/>
          <ac:spMkLst>
            <pc:docMk/>
            <pc:sldMk cId="4280569404" sldId="278"/>
            <ac:spMk id="2" creationId="{A8F6C076-501A-C961-34D1-0109A6FCD4B3}"/>
          </ac:spMkLst>
        </pc:spChg>
        <pc:spChg chg="add mod ord">
          <ac:chgData name="diogo carvalho" userId="3fc03364a2bd823d" providerId="LiveId" clId="{7FBA36CE-579D-49D7-8370-461FD953C90C}" dt="2025-10-14T19:49:30.042" v="1091" actId="26606"/>
          <ac:spMkLst>
            <pc:docMk/>
            <pc:sldMk cId="4280569404" sldId="278"/>
            <ac:spMk id="5" creationId="{514BBBAC-F78D-F197-F9AC-3ABCB75D31DB}"/>
          </ac:spMkLst>
        </pc:spChg>
        <pc:spChg chg="add">
          <ac:chgData name="diogo carvalho" userId="3fc03364a2bd823d" providerId="LiveId" clId="{7FBA36CE-579D-49D7-8370-461FD953C90C}" dt="2025-10-14T19:49:30.042" v="1091" actId="26606"/>
          <ac:spMkLst>
            <pc:docMk/>
            <pc:sldMk cId="4280569404" sldId="278"/>
            <ac:spMk id="39" creationId="{E49D7415-2F11-44C2-B6AA-13A25B6814B9}"/>
          </ac:spMkLst>
        </pc:spChg>
        <pc:picChg chg="add mod">
          <ac:chgData name="diogo carvalho" userId="3fc03364a2bd823d" providerId="LiveId" clId="{7FBA36CE-579D-49D7-8370-461FD953C90C}" dt="2025-10-14T19:49:30.042" v="1091" actId="26606"/>
          <ac:picMkLst>
            <pc:docMk/>
            <pc:sldMk cId="4280569404" sldId="278"/>
            <ac:picMk id="18" creationId="{B9BFFE55-13DC-395B-2026-DF2F5F0CC421}"/>
          </ac:picMkLst>
        </pc:picChg>
        <pc:cxnChg chg="add">
          <ac:chgData name="diogo carvalho" userId="3fc03364a2bd823d" providerId="LiveId" clId="{7FBA36CE-579D-49D7-8370-461FD953C90C}" dt="2025-10-14T19:49:30.042" v="1091" actId="26606"/>
          <ac:cxnSpMkLst>
            <pc:docMk/>
            <pc:sldMk cId="4280569404" sldId="278"/>
            <ac:cxnSpMk id="40" creationId="{D2E57F3D-33BE-4306-87E6-245763719516}"/>
          </ac:cxnSpMkLst>
        </pc:cxnChg>
      </pc:sldChg>
      <pc:sldChg chg="addSp delSp modSp new del mod setBg">
        <pc:chgData name="diogo carvalho" userId="3fc03364a2bd823d" providerId="LiveId" clId="{7FBA36CE-579D-49D7-8370-461FD953C90C}" dt="2025-10-14T19:49:56.136" v="1092" actId="47"/>
        <pc:sldMkLst>
          <pc:docMk/>
          <pc:sldMk cId="2492840756" sldId="279"/>
        </pc:sldMkLst>
      </pc:sldChg>
      <pc:sldChg chg="addSp delSp modSp new mod setBg">
        <pc:chgData name="diogo carvalho" userId="3fc03364a2bd823d" providerId="LiveId" clId="{7FBA36CE-579D-49D7-8370-461FD953C90C}" dt="2025-10-14T20:02:52.096" v="1188" actId="26606"/>
        <pc:sldMkLst>
          <pc:docMk/>
          <pc:sldMk cId="1634845692" sldId="280"/>
        </pc:sldMkLst>
        <pc:spChg chg="mod">
          <ac:chgData name="diogo carvalho" userId="3fc03364a2bd823d" providerId="LiveId" clId="{7FBA36CE-579D-49D7-8370-461FD953C90C}" dt="2025-10-14T20:02:52.096" v="1188" actId="26606"/>
          <ac:spMkLst>
            <pc:docMk/>
            <pc:sldMk cId="1634845692" sldId="280"/>
            <ac:spMk id="2" creationId="{C605D30B-FD98-2127-55C0-DCDD7448B590}"/>
          </ac:spMkLst>
        </pc:spChg>
        <pc:spChg chg="add mod">
          <ac:chgData name="diogo carvalho" userId="3fc03364a2bd823d" providerId="LiveId" clId="{7FBA36CE-579D-49D7-8370-461FD953C90C}" dt="2025-10-14T20:02:52.096" v="1188" actId="26606"/>
          <ac:spMkLst>
            <pc:docMk/>
            <pc:sldMk cId="1634845692" sldId="280"/>
            <ac:spMk id="55" creationId="{F871CB68-84B0-6BD7-0130-5C0609AC377B}"/>
          </ac:spMkLst>
        </pc:spChg>
        <pc:spChg chg="add">
          <ac:chgData name="diogo carvalho" userId="3fc03364a2bd823d" providerId="LiveId" clId="{7FBA36CE-579D-49D7-8370-461FD953C90C}" dt="2025-10-14T20:02:52.096" v="1188" actId="26606"/>
          <ac:spMkLst>
            <pc:docMk/>
            <pc:sldMk cId="1634845692" sldId="280"/>
            <ac:spMk id="60" creationId="{E49D7415-2F11-44C2-B6AA-13A25B6814B9}"/>
          </ac:spMkLst>
        </pc:spChg>
        <pc:picChg chg="add mod">
          <ac:chgData name="diogo carvalho" userId="3fc03364a2bd823d" providerId="LiveId" clId="{7FBA36CE-579D-49D7-8370-461FD953C90C}" dt="2025-10-14T20:02:52.096" v="1188" actId="26606"/>
          <ac:picMkLst>
            <pc:docMk/>
            <pc:sldMk cId="1634845692" sldId="280"/>
            <ac:picMk id="7" creationId="{3AEA4634-06FF-3784-DD81-DB38602ACABB}"/>
          </ac:picMkLst>
        </pc:picChg>
        <pc:cxnChg chg="add">
          <ac:chgData name="diogo carvalho" userId="3fc03364a2bd823d" providerId="LiveId" clId="{7FBA36CE-579D-49D7-8370-461FD953C90C}" dt="2025-10-14T20:02:52.096" v="1188" actId="26606"/>
          <ac:cxnSpMkLst>
            <pc:docMk/>
            <pc:sldMk cId="1634845692" sldId="280"/>
            <ac:cxnSpMk id="62" creationId="{8E813B4C-6731-0B72-5252-A79AB0E20B58}"/>
          </ac:cxnSpMkLst>
        </pc:cxnChg>
        <pc:cxnChg chg="add">
          <ac:chgData name="diogo carvalho" userId="3fc03364a2bd823d" providerId="LiveId" clId="{7FBA36CE-579D-49D7-8370-461FD953C90C}" dt="2025-10-14T20:02:52.096" v="1188" actId="26606"/>
          <ac:cxnSpMkLst>
            <pc:docMk/>
            <pc:sldMk cId="1634845692" sldId="280"/>
            <ac:cxnSpMk id="64" creationId="{6E0E8146-6E65-2E6C-0C86-547E3C925406}"/>
          </ac:cxnSpMkLst>
        </pc:cxnChg>
      </pc:sldChg>
      <pc:sldChg chg="addSp delSp modSp new mod setBg">
        <pc:chgData name="diogo carvalho" userId="3fc03364a2bd823d" providerId="LiveId" clId="{7FBA36CE-579D-49D7-8370-461FD953C90C}" dt="2025-10-14T20:04:58.492" v="1195" actId="26606"/>
        <pc:sldMkLst>
          <pc:docMk/>
          <pc:sldMk cId="650298991" sldId="281"/>
        </pc:sldMkLst>
        <pc:spChg chg="mod">
          <ac:chgData name="diogo carvalho" userId="3fc03364a2bd823d" providerId="LiveId" clId="{7FBA36CE-579D-49D7-8370-461FD953C90C}" dt="2025-10-14T20:04:58.492" v="1195" actId="26606"/>
          <ac:spMkLst>
            <pc:docMk/>
            <pc:sldMk cId="650298991" sldId="281"/>
            <ac:spMk id="2" creationId="{92A83D94-E670-A79E-065B-83D988D57C50}"/>
          </ac:spMkLst>
        </pc:spChg>
        <pc:spChg chg="add mod">
          <ac:chgData name="diogo carvalho" userId="3fc03364a2bd823d" providerId="LiveId" clId="{7FBA36CE-579D-49D7-8370-461FD953C90C}" dt="2025-10-14T20:04:58.492" v="1195" actId="26606"/>
          <ac:spMkLst>
            <pc:docMk/>
            <pc:sldMk cId="650298991" sldId="281"/>
            <ac:spMk id="4" creationId="{BE9B87B4-5DAE-A0F6-C8B8-C0644B5F3581}"/>
          </ac:spMkLst>
        </pc:spChg>
        <pc:spChg chg="add">
          <ac:chgData name="diogo carvalho" userId="3fc03364a2bd823d" providerId="LiveId" clId="{7FBA36CE-579D-49D7-8370-461FD953C90C}" dt="2025-10-14T20:04:58.492" v="1195" actId="26606"/>
          <ac:spMkLst>
            <pc:docMk/>
            <pc:sldMk cId="650298991" sldId="281"/>
            <ac:spMk id="19" creationId="{E49D7415-2F11-44C2-B6AA-13A25B6814B9}"/>
          </ac:spMkLst>
        </pc:spChg>
        <pc:picChg chg="add mod">
          <ac:chgData name="diogo carvalho" userId="3fc03364a2bd823d" providerId="LiveId" clId="{7FBA36CE-579D-49D7-8370-461FD953C90C}" dt="2025-10-14T20:04:58.492" v="1195" actId="26606"/>
          <ac:picMkLst>
            <pc:docMk/>
            <pc:sldMk cId="650298991" sldId="281"/>
            <ac:picMk id="7" creationId="{142BB008-CF54-535A-9BD5-60CAACAAA4B0}"/>
          </ac:picMkLst>
        </pc:picChg>
        <pc:cxnChg chg="add">
          <ac:chgData name="diogo carvalho" userId="3fc03364a2bd823d" providerId="LiveId" clId="{7FBA36CE-579D-49D7-8370-461FD953C90C}" dt="2025-10-14T20:04:58.492" v="1195" actId="26606"/>
          <ac:cxnSpMkLst>
            <pc:docMk/>
            <pc:sldMk cId="650298991" sldId="281"/>
            <ac:cxnSpMk id="21" creationId="{D2E57F3D-33BE-4306-87E6-245763719516}"/>
          </ac:cxnSpMkLst>
        </pc:cxnChg>
        <pc:cxnChg chg="add">
          <ac:chgData name="diogo carvalho" userId="3fc03364a2bd823d" providerId="LiveId" clId="{7FBA36CE-579D-49D7-8370-461FD953C90C}" dt="2025-10-14T20:04:58.492" v="1195" actId="26606"/>
          <ac:cxnSpMkLst>
            <pc:docMk/>
            <pc:sldMk cId="650298991" sldId="281"/>
            <ac:cxnSpMk id="23" creationId="{CBA3C59D-8641-484F-A35C-361AD7E1553B}"/>
          </ac:cxnSpMkLst>
        </pc:cxnChg>
      </pc:sldChg>
      <pc:sldChg chg="addSp delSp modSp new mod setBg">
        <pc:chgData name="diogo carvalho" userId="3fc03364a2bd823d" providerId="LiveId" clId="{7FBA36CE-579D-49D7-8370-461FD953C90C}" dt="2025-10-14T20:08:09.152" v="1213" actId="1076"/>
        <pc:sldMkLst>
          <pc:docMk/>
          <pc:sldMk cId="509605382" sldId="282"/>
        </pc:sldMkLst>
        <pc:spChg chg="mod">
          <ac:chgData name="diogo carvalho" userId="3fc03364a2bd823d" providerId="LiveId" clId="{7FBA36CE-579D-49D7-8370-461FD953C90C}" dt="2025-10-14T20:07:40.676" v="1205" actId="26606"/>
          <ac:spMkLst>
            <pc:docMk/>
            <pc:sldMk cId="509605382" sldId="282"/>
            <ac:spMk id="2" creationId="{A8AE10BE-FB85-8703-666E-714E216E431F}"/>
          </ac:spMkLst>
        </pc:spChg>
        <pc:spChg chg="add mod ord">
          <ac:chgData name="diogo carvalho" userId="3fc03364a2bd823d" providerId="LiveId" clId="{7FBA36CE-579D-49D7-8370-461FD953C90C}" dt="2025-10-14T20:08:09.152" v="1213" actId="1076"/>
          <ac:spMkLst>
            <pc:docMk/>
            <pc:sldMk cId="509605382" sldId="282"/>
            <ac:spMk id="4" creationId="{2A698F95-5331-DE0C-FAD1-66467AFDAE32}"/>
          </ac:spMkLst>
        </pc:spChg>
        <pc:spChg chg="add">
          <ac:chgData name="diogo carvalho" userId="3fc03364a2bd823d" providerId="LiveId" clId="{7FBA36CE-579D-49D7-8370-461FD953C90C}" dt="2025-10-14T20:07:40.676" v="1205" actId="26606"/>
          <ac:spMkLst>
            <pc:docMk/>
            <pc:sldMk cId="509605382" sldId="282"/>
            <ac:spMk id="41" creationId="{C3D0AD61-C4EE-4A0B-8733-BAE046F63A90}"/>
          </ac:spMkLst>
        </pc:spChg>
        <pc:picChg chg="add mod ord">
          <ac:chgData name="diogo carvalho" userId="3fc03364a2bd823d" providerId="LiveId" clId="{7FBA36CE-579D-49D7-8370-461FD953C90C}" dt="2025-10-14T20:07:40.676" v="1205" actId="26606"/>
          <ac:picMkLst>
            <pc:docMk/>
            <pc:sldMk cId="509605382" sldId="282"/>
            <ac:picMk id="7" creationId="{A15955E6-7375-4418-0009-02011EBE4BD6}"/>
          </ac:picMkLst>
        </pc:picChg>
        <pc:picChg chg="add mod">
          <ac:chgData name="diogo carvalho" userId="3fc03364a2bd823d" providerId="LiveId" clId="{7FBA36CE-579D-49D7-8370-461FD953C90C}" dt="2025-10-14T20:07:40.676" v="1205" actId="26606"/>
          <ac:picMkLst>
            <pc:docMk/>
            <pc:sldMk cId="509605382" sldId="282"/>
            <ac:picMk id="9" creationId="{AE463856-0AFF-BC21-394B-DB37066571B5}"/>
          </ac:picMkLst>
        </pc:picChg>
        <pc:cxnChg chg="add">
          <ac:chgData name="diogo carvalho" userId="3fc03364a2bd823d" providerId="LiveId" clId="{7FBA36CE-579D-49D7-8370-461FD953C90C}" dt="2025-10-14T20:07:40.676" v="1205" actId="26606"/>
          <ac:cxnSpMkLst>
            <pc:docMk/>
            <pc:sldMk cId="509605382" sldId="282"/>
            <ac:cxnSpMk id="42" creationId="{8916C3E3-8382-46AB-88B8-8CAE8FF28288}"/>
          </ac:cxnSpMkLst>
        </pc:cxnChg>
        <pc:cxnChg chg="add">
          <ac:chgData name="diogo carvalho" userId="3fc03364a2bd823d" providerId="LiveId" clId="{7FBA36CE-579D-49D7-8370-461FD953C90C}" dt="2025-10-14T20:07:40.676" v="1205" actId="26606"/>
          <ac:cxnSpMkLst>
            <pc:docMk/>
            <pc:sldMk cId="509605382" sldId="282"/>
            <ac:cxnSpMk id="43" creationId="{066B2F53-52E2-4B53-BAF3-FCB37CD9E331}"/>
          </ac:cxnSpMkLst>
        </pc:cxnChg>
      </pc:sldChg>
      <pc:sldChg chg="addSp delSp modSp new mod setBg">
        <pc:chgData name="diogo carvalho" userId="3fc03364a2bd823d" providerId="LiveId" clId="{7FBA36CE-579D-49D7-8370-461FD953C90C}" dt="2025-10-14T19:50:35.408" v="1101" actId="26606"/>
        <pc:sldMkLst>
          <pc:docMk/>
          <pc:sldMk cId="447260970" sldId="283"/>
        </pc:sldMkLst>
        <pc:spChg chg="mod">
          <ac:chgData name="diogo carvalho" userId="3fc03364a2bd823d" providerId="LiveId" clId="{7FBA36CE-579D-49D7-8370-461FD953C90C}" dt="2025-10-14T19:50:22" v="1099" actId="26606"/>
          <ac:spMkLst>
            <pc:docMk/>
            <pc:sldMk cId="447260970" sldId="283"/>
            <ac:spMk id="2" creationId="{9439F2F6-47A6-AB4B-BFE2-AB9D05D68F0B}"/>
          </ac:spMkLst>
        </pc:spChg>
        <pc:spChg chg="add mod">
          <ac:chgData name="diogo carvalho" userId="3fc03364a2bd823d" providerId="LiveId" clId="{7FBA36CE-579D-49D7-8370-461FD953C90C}" dt="2025-10-14T19:50:35.408" v="1101" actId="26606"/>
          <ac:spMkLst>
            <pc:docMk/>
            <pc:sldMk cId="447260970" sldId="283"/>
            <ac:spMk id="9" creationId="{EF83516A-F9C1-7D50-A6BC-339A9BA7A6FD}"/>
          </ac:spMkLst>
        </pc:spChg>
        <pc:spChg chg="add">
          <ac:chgData name="diogo carvalho" userId="3fc03364a2bd823d" providerId="LiveId" clId="{7FBA36CE-579D-49D7-8370-461FD953C90C}" dt="2025-10-14T19:50:35.408" v="1101" actId="26606"/>
          <ac:spMkLst>
            <pc:docMk/>
            <pc:sldMk cId="447260970" sldId="283"/>
            <ac:spMk id="18" creationId="{E49D7415-2F11-44C2-B6AA-13A25B6814B9}"/>
          </ac:spMkLst>
        </pc:spChg>
        <pc:picChg chg="add">
          <ac:chgData name="diogo carvalho" userId="3fc03364a2bd823d" providerId="LiveId" clId="{7FBA36CE-579D-49D7-8370-461FD953C90C}" dt="2025-10-14T19:50:22" v="1099" actId="26606"/>
          <ac:picMkLst>
            <pc:docMk/>
            <pc:sldMk cId="447260970" sldId="283"/>
            <ac:picMk id="8" creationId="{C47DA2F8-8FA3-7E7B-0BC2-E4A09DA5BABF}"/>
          </ac:picMkLst>
        </pc:picChg>
        <pc:cxnChg chg="add">
          <ac:chgData name="diogo carvalho" userId="3fc03364a2bd823d" providerId="LiveId" clId="{7FBA36CE-579D-49D7-8370-461FD953C90C}" dt="2025-10-14T19:50:35.408" v="1101" actId="26606"/>
          <ac:cxnSpMkLst>
            <pc:docMk/>
            <pc:sldMk cId="447260970" sldId="283"/>
            <ac:cxnSpMk id="20" creationId="{D2E57F3D-33BE-4306-87E6-245763719516}"/>
          </ac:cxnSpMkLst>
        </pc:cxnChg>
      </pc:sldChg>
      <pc:sldChg chg="addSp modSp new mod setBg">
        <pc:chgData name="diogo carvalho" userId="3fc03364a2bd823d" providerId="LiveId" clId="{7FBA36CE-579D-49D7-8370-461FD953C90C}" dt="2025-10-14T19:50:52.841" v="1105" actId="26606"/>
        <pc:sldMkLst>
          <pc:docMk/>
          <pc:sldMk cId="2180494937" sldId="284"/>
        </pc:sldMkLst>
        <pc:spChg chg="mod">
          <ac:chgData name="diogo carvalho" userId="3fc03364a2bd823d" providerId="LiveId" clId="{7FBA36CE-579D-49D7-8370-461FD953C90C}" dt="2025-10-14T19:50:52.841" v="1105" actId="26606"/>
          <ac:spMkLst>
            <pc:docMk/>
            <pc:sldMk cId="2180494937" sldId="284"/>
            <ac:spMk id="2" creationId="{27A3BEDE-A6C0-5269-CF16-CA4CFD7021CA}"/>
          </ac:spMkLst>
        </pc:spChg>
        <pc:spChg chg="mod">
          <ac:chgData name="diogo carvalho" userId="3fc03364a2bd823d" providerId="LiveId" clId="{7FBA36CE-579D-49D7-8370-461FD953C90C}" dt="2025-10-14T19:50:52.841" v="1105" actId="26606"/>
          <ac:spMkLst>
            <pc:docMk/>
            <pc:sldMk cId="2180494937" sldId="284"/>
            <ac:spMk id="3" creationId="{0B0F0141-06CE-2EED-3157-DB9310004DF7}"/>
          </ac:spMkLst>
        </pc:spChg>
        <pc:spChg chg="add">
          <ac:chgData name="diogo carvalho" userId="3fc03364a2bd823d" providerId="LiveId" clId="{7FBA36CE-579D-49D7-8370-461FD953C90C}" dt="2025-10-14T19:50:52.841" v="1105" actId="26606"/>
          <ac:spMkLst>
            <pc:docMk/>
            <pc:sldMk cId="2180494937" sldId="284"/>
            <ac:spMk id="10" creationId="{E49D7415-2F11-44C2-B6AA-13A25B6814B9}"/>
          </ac:spMkLst>
        </pc:spChg>
        <pc:picChg chg="add">
          <ac:chgData name="diogo carvalho" userId="3fc03364a2bd823d" providerId="LiveId" clId="{7FBA36CE-579D-49D7-8370-461FD953C90C}" dt="2025-10-14T19:50:52.841" v="1105" actId="26606"/>
          <ac:picMkLst>
            <pc:docMk/>
            <pc:sldMk cId="2180494937" sldId="284"/>
            <ac:picMk id="7" creationId="{0581D414-523C-4EE1-50B9-EE7169BF7747}"/>
          </ac:picMkLst>
        </pc:picChg>
        <pc:cxnChg chg="add">
          <ac:chgData name="diogo carvalho" userId="3fc03364a2bd823d" providerId="LiveId" clId="{7FBA36CE-579D-49D7-8370-461FD953C90C}" dt="2025-10-14T19:50:52.841" v="1105" actId="26606"/>
          <ac:cxnSpMkLst>
            <pc:docMk/>
            <pc:sldMk cId="2180494937" sldId="284"/>
            <ac:cxnSpMk id="12" creationId="{D2E57F3D-33BE-4306-87E6-245763719516}"/>
          </ac:cxnSpMkLst>
        </pc:cxnChg>
      </pc:sldChg>
      <pc:sldChg chg="addSp delSp modSp new mod setBg">
        <pc:chgData name="diogo carvalho" userId="3fc03364a2bd823d" providerId="LiveId" clId="{7FBA36CE-579D-49D7-8370-461FD953C90C}" dt="2025-10-14T19:52:31.213" v="1185" actId="313"/>
        <pc:sldMkLst>
          <pc:docMk/>
          <pc:sldMk cId="436168021" sldId="285"/>
        </pc:sldMkLst>
        <pc:spChg chg="mod">
          <ac:chgData name="diogo carvalho" userId="3fc03364a2bd823d" providerId="LiveId" clId="{7FBA36CE-579D-49D7-8370-461FD953C90C}" dt="2025-10-14T19:52:13.189" v="1151" actId="26606"/>
          <ac:spMkLst>
            <pc:docMk/>
            <pc:sldMk cId="436168021" sldId="285"/>
            <ac:spMk id="2" creationId="{4FBBFBE8-E0DC-3888-07EE-5E36047F58C9}"/>
          </ac:spMkLst>
        </pc:spChg>
        <pc:spChg chg="add del mod">
          <ac:chgData name="diogo carvalho" userId="3fc03364a2bd823d" providerId="LiveId" clId="{7FBA36CE-579D-49D7-8370-461FD953C90C}" dt="2025-10-14T19:52:31.213" v="1185" actId="313"/>
          <ac:spMkLst>
            <pc:docMk/>
            <pc:sldMk cId="436168021" sldId="285"/>
            <ac:spMk id="4" creationId="{AF6CE5E1-8C69-E40A-70C5-A4C498A22BAC}"/>
          </ac:spMkLst>
        </pc:spChg>
        <pc:spChg chg="add">
          <ac:chgData name="diogo carvalho" userId="3fc03364a2bd823d" providerId="LiveId" clId="{7FBA36CE-579D-49D7-8370-461FD953C90C}" dt="2025-10-14T19:52:26.738" v="1184" actId="26606"/>
          <ac:spMkLst>
            <pc:docMk/>
            <pc:sldMk cId="436168021" sldId="285"/>
            <ac:spMk id="22" creationId="{660EB578-C970-4186-B93C-45851BBC6E34}"/>
          </ac:spMkLst>
        </pc:spChg>
        <pc:picChg chg="add mod">
          <ac:chgData name="diogo carvalho" userId="3fc03364a2bd823d" providerId="LiveId" clId="{7FBA36CE-579D-49D7-8370-461FD953C90C}" dt="2025-10-14T19:52:26.738" v="1184" actId="26606"/>
          <ac:picMkLst>
            <pc:docMk/>
            <pc:sldMk cId="436168021" sldId="285"/>
            <ac:picMk id="15" creationId="{85D8E875-42CE-DEB6-640F-F9D33A9B5180}"/>
          </ac:picMkLst>
        </pc:picChg>
        <pc:cxnChg chg="add">
          <ac:chgData name="diogo carvalho" userId="3fc03364a2bd823d" providerId="LiveId" clId="{7FBA36CE-579D-49D7-8370-461FD953C90C}" dt="2025-10-14T19:52:26.738" v="1184" actId="26606"/>
          <ac:cxnSpMkLst>
            <pc:docMk/>
            <pc:sldMk cId="436168021" sldId="285"/>
            <ac:cxnSpMk id="24" creationId="{CDF57B02-07BB-407B-BB36-06D9C64A673E}"/>
          </ac:cxnSpMkLst>
        </pc:cxnChg>
        <pc:cxnChg chg="add">
          <ac:chgData name="diogo carvalho" userId="3fc03364a2bd823d" providerId="LiveId" clId="{7FBA36CE-579D-49D7-8370-461FD953C90C}" dt="2025-10-14T19:52:26.738" v="1184" actId="26606"/>
          <ac:cxnSpMkLst>
            <pc:docMk/>
            <pc:sldMk cId="436168021" sldId="285"/>
            <ac:cxnSpMk id="26" creationId="{C6855964-C920-48EB-8804-74291211C8A9}"/>
          </ac:cxnSpMkLst>
        </pc:cxn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0C8318-2782-4185-88B2-2D8248D9374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68791FF-F68E-46F0-B509-D1CB78DF91E9}">
      <dgm:prSet/>
      <dgm:spPr/>
      <dgm:t>
        <a:bodyPr/>
        <a:lstStyle/>
        <a:p>
          <a:r>
            <a:rPr lang="pt-PT" b="1" i="0" baseline="0" dirty="0"/>
            <a:t>Título:</a:t>
          </a:r>
          <a:r>
            <a:rPr lang="pt-PT" b="0" i="0" baseline="0" dirty="0"/>
            <a:t> </a:t>
          </a:r>
          <a:r>
            <a:rPr lang="pt-PT" b="0" i="1" baseline="0" dirty="0" err="1"/>
            <a:t>Analysis</a:t>
          </a:r>
          <a:r>
            <a:rPr lang="pt-PT" b="0" i="1" baseline="0" dirty="0"/>
            <a:t> </a:t>
          </a:r>
          <a:r>
            <a:rPr lang="pt-PT" b="0" i="1" baseline="0" dirty="0" err="1"/>
            <a:t>of</a:t>
          </a:r>
          <a:r>
            <a:rPr lang="pt-PT" b="0" i="1" baseline="0" dirty="0"/>
            <a:t> artificial </a:t>
          </a:r>
          <a:r>
            <a:rPr lang="pt-PT" b="0" i="1" baseline="0" dirty="0" err="1"/>
            <a:t>intelligence-based</a:t>
          </a:r>
          <a:r>
            <a:rPr lang="pt-PT" b="0" i="1" baseline="0" dirty="0"/>
            <a:t> </a:t>
          </a:r>
          <a:r>
            <a:rPr lang="pt-PT" b="0" i="1" baseline="0" dirty="0" err="1"/>
            <a:t>technologies</a:t>
          </a:r>
          <a:r>
            <a:rPr lang="pt-PT" b="0" i="1" baseline="0" dirty="0"/>
            <a:t> </a:t>
          </a:r>
          <a:r>
            <a:rPr lang="pt-PT" b="0" i="1" baseline="0" dirty="0" err="1"/>
            <a:t>and</a:t>
          </a:r>
          <a:r>
            <a:rPr lang="pt-PT" b="0" i="1" baseline="0" dirty="0"/>
            <a:t> </a:t>
          </a:r>
          <a:r>
            <a:rPr lang="pt-PT" b="0" i="1" baseline="0" dirty="0" err="1"/>
            <a:t>approaches</a:t>
          </a:r>
          <a:r>
            <a:rPr lang="pt-PT" b="0" i="1" baseline="0" dirty="0"/>
            <a:t> </a:t>
          </a:r>
          <a:r>
            <a:rPr lang="pt-PT" b="0" i="1" baseline="0" dirty="0" err="1"/>
            <a:t>on</a:t>
          </a:r>
          <a:r>
            <a:rPr lang="pt-PT" b="0" i="1" baseline="0" dirty="0"/>
            <a:t> </a:t>
          </a:r>
          <a:r>
            <a:rPr lang="pt-PT" b="0" i="1" baseline="0" dirty="0" err="1"/>
            <a:t>sustainable</a:t>
          </a:r>
          <a:r>
            <a:rPr lang="pt-PT" b="0" i="1" baseline="0" dirty="0"/>
            <a:t> </a:t>
          </a:r>
          <a:r>
            <a:rPr lang="pt-PT" b="0" i="1" baseline="0" dirty="0" err="1"/>
            <a:t>entrepreneurship</a:t>
          </a:r>
          <a:r>
            <a:rPr lang="pt-PT" b="0" i="0" baseline="0" dirty="0"/>
            <a:t>.</a:t>
          </a:r>
          <a:endParaRPr lang="en-US" dirty="0"/>
        </a:p>
      </dgm:t>
    </dgm:pt>
    <dgm:pt modelId="{C2B900E2-B57C-4FD5-BA92-47101D15C592}" type="parTrans" cxnId="{4E9A5F97-DDB6-40FD-8068-9D5738247323}">
      <dgm:prSet/>
      <dgm:spPr/>
      <dgm:t>
        <a:bodyPr/>
        <a:lstStyle/>
        <a:p>
          <a:endParaRPr lang="en-US"/>
        </a:p>
      </dgm:t>
    </dgm:pt>
    <dgm:pt modelId="{1089098B-E451-49E8-AE3A-1DF258771A0F}" type="sibTrans" cxnId="{4E9A5F97-DDB6-40FD-8068-9D5738247323}">
      <dgm:prSet/>
      <dgm:spPr/>
      <dgm:t>
        <a:bodyPr/>
        <a:lstStyle/>
        <a:p>
          <a:endParaRPr lang="en-US"/>
        </a:p>
      </dgm:t>
    </dgm:pt>
    <dgm:pt modelId="{680B37BD-24C5-487E-A220-A79231D52E27}">
      <dgm:prSet/>
      <dgm:spPr/>
      <dgm:t>
        <a:bodyPr/>
        <a:lstStyle/>
        <a:p>
          <a:r>
            <a:rPr lang="pt-PT" b="1" i="0" baseline="0"/>
            <a:t>Autores:</a:t>
          </a:r>
          <a:r>
            <a:rPr lang="pt-PT" b="0" i="0" baseline="0"/>
            <a:t> Brij B. Gupta, Akshat Gaurav, Prabin K. Panigrahi e Varsha Arya.</a:t>
          </a:r>
          <a:endParaRPr lang="en-US"/>
        </a:p>
      </dgm:t>
    </dgm:pt>
    <dgm:pt modelId="{3898F182-7637-4895-AE56-4C447DCCC958}" type="parTrans" cxnId="{80EBF50A-7FC0-4294-9DF4-0FDA1905327F}">
      <dgm:prSet/>
      <dgm:spPr/>
      <dgm:t>
        <a:bodyPr/>
        <a:lstStyle/>
        <a:p>
          <a:endParaRPr lang="en-US"/>
        </a:p>
      </dgm:t>
    </dgm:pt>
    <dgm:pt modelId="{261A9AA0-18BF-4619-BCA3-52A8697B58CC}" type="sibTrans" cxnId="{80EBF50A-7FC0-4294-9DF4-0FDA1905327F}">
      <dgm:prSet/>
      <dgm:spPr/>
      <dgm:t>
        <a:bodyPr/>
        <a:lstStyle/>
        <a:p>
          <a:endParaRPr lang="en-US"/>
        </a:p>
      </dgm:t>
    </dgm:pt>
    <dgm:pt modelId="{09461607-15C9-4E48-8A0F-CA2115FED63C}">
      <dgm:prSet/>
      <dgm:spPr/>
      <dgm:t>
        <a:bodyPr/>
        <a:lstStyle/>
        <a:p>
          <a:r>
            <a:rPr lang="pt-PT" b="1" i="0" baseline="0"/>
            <a:t>Afiliações:</a:t>
          </a:r>
          <a:r>
            <a:rPr lang="pt-PT" b="0" i="0" baseline="0"/>
            <a:t> Asia University (Taiwan), Ronin Institute (EUA), IIM Indore (Índia), Insights2Techinfo (Índia).</a:t>
          </a:r>
          <a:endParaRPr lang="en-US"/>
        </a:p>
      </dgm:t>
    </dgm:pt>
    <dgm:pt modelId="{E87F628B-EAF5-4FD8-B340-03E8B272837E}" type="parTrans" cxnId="{65EF53F0-BB06-4A81-B86D-A7FB39A48395}">
      <dgm:prSet/>
      <dgm:spPr/>
      <dgm:t>
        <a:bodyPr/>
        <a:lstStyle/>
        <a:p>
          <a:endParaRPr lang="en-US"/>
        </a:p>
      </dgm:t>
    </dgm:pt>
    <dgm:pt modelId="{E1DC4C24-7090-4659-9FBD-366307EBF294}" type="sibTrans" cxnId="{65EF53F0-BB06-4A81-B86D-A7FB39A48395}">
      <dgm:prSet/>
      <dgm:spPr/>
      <dgm:t>
        <a:bodyPr/>
        <a:lstStyle/>
        <a:p>
          <a:endParaRPr lang="en-US"/>
        </a:p>
      </dgm:t>
    </dgm:pt>
    <dgm:pt modelId="{22BFBAE5-74F5-4FF3-89F9-12E3AAA904A9}">
      <dgm:prSet/>
      <dgm:spPr/>
      <dgm:t>
        <a:bodyPr/>
        <a:lstStyle/>
        <a:p>
          <a:r>
            <a:rPr lang="pt-PT" b="1" i="0" baseline="0"/>
            <a:t>Revista:</a:t>
          </a:r>
          <a:r>
            <a:rPr lang="pt-PT" b="0" i="0" baseline="0"/>
            <a:t> </a:t>
          </a:r>
          <a:r>
            <a:rPr lang="pt-PT" b="0" i="1" baseline="0"/>
            <a:t>Technological Forecasting &amp; Social Change</a:t>
          </a:r>
          <a:r>
            <a:rPr lang="pt-PT" b="0" i="0" baseline="0"/>
            <a:t>, vol. 186, 2023, art. 122152; disponível online desde 11 Nov. 2022.</a:t>
          </a:r>
          <a:endParaRPr lang="en-US"/>
        </a:p>
      </dgm:t>
    </dgm:pt>
    <dgm:pt modelId="{9A66B5D0-A4DC-4C2B-A502-327E0C04C2BF}" type="parTrans" cxnId="{2CFCE3B3-319A-4B51-A6CF-962D08163711}">
      <dgm:prSet/>
      <dgm:spPr/>
      <dgm:t>
        <a:bodyPr/>
        <a:lstStyle/>
        <a:p>
          <a:endParaRPr lang="en-US"/>
        </a:p>
      </dgm:t>
    </dgm:pt>
    <dgm:pt modelId="{24B77944-5CC6-4225-AC1B-CF23434C10BE}" type="sibTrans" cxnId="{2CFCE3B3-319A-4B51-A6CF-962D08163711}">
      <dgm:prSet/>
      <dgm:spPr/>
      <dgm:t>
        <a:bodyPr/>
        <a:lstStyle/>
        <a:p>
          <a:endParaRPr lang="en-US"/>
        </a:p>
      </dgm:t>
    </dgm:pt>
    <dgm:pt modelId="{9FEC1C9E-8789-434A-A991-8A29F7E2EBFD}" type="pres">
      <dgm:prSet presAssocID="{180C8318-2782-4185-88B2-2D8248D9374C}" presName="linear" presStyleCnt="0">
        <dgm:presLayoutVars>
          <dgm:animLvl val="lvl"/>
          <dgm:resizeHandles val="exact"/>
        </dgm:presLayoutVars>
      </dgm:prSet>
      <dgm:spPr/>
    </dgm:pt>
    <dgm:pt modelId="{E9BB8B30-A572-4E61-8EC1-F16E6F3E949D}" type="pres">
      <dgm:prSet presAssocID="{468791FF-F68E-46F0-B509-D1CB78DF91E9}" presName="parentText" presStyleLbl="node1" presStyleIdx="0" presStyleCnt="4">
        <dgm:presLayoutVars>
          <dgm:chMax val="0"/>
          <dgm:bulletEnabled val="1"/>
        </dgm:presLayoutVars>
      </dgm:prSet>
      <dgm:spPr/>
    </dgm:pt>
    <dgm:pt modelId="{910C39C1-5777-41E3-802F-E8774C0D272A}" type="pres">
      <dgm:prSet presAssocID="{1089098B-E451-49E8-AE3A-1DF258771A0F}" presName="spacer" presStyleCnt="0"/>
      <dgm:spPr/>
    </dgm:pt>
    <dgm:pt modelId="{32883BF2-E586-41C2-9541-DF8B70BBF9B5}" type="pres">
      <dgm:prSet presAssocID="{680B37BD-24C5-487E-A220-A79231D52E27}" presName="parentText" presStyleLbl="node1" presStyleIdx="1" presStyleCnt="4">
        <dgm:presLayoutVars>
          <dgm:chMax val="0"/>
          <dgm:bulletEnabled val="1"/>
        </dgm:presLayoutVars>
      </dgm:prSet>
      <dgm:spPr/>
    </dgm:pt>
    <dgm:pt modelId="{10F5F037-D16C-4B63-B25D-AD31287FF903}" type="pres">
      <dgm:prSet presAssocID="{261A9AA0-18BF-4619-BCA3-52A8697B58CC}" presName="spacer" presStyleCnt="0"/>
      <dgm:spPr/>
    </dgm:pt>
    <dgm:pt modelId="{75555125-E3E8-465A-AEBC-8371401DD8E7}" type="pres">
      <dgm:prSet presAssocID="{09461607-15C9-4E48-8A0F-CA2115FED63C}" presName="parentText" presStyleLbl="node1" presStyleIdx="2" presStyleCnt="4">
        <dgm:presLayoutVars>
          <dgm:chMax val="0"/>
          <dgm:bulletEnabled val="1"/>
        </dgm:presLayoutVars>
      </dgm:prSet>
      <dgm:spPr/>
    </dgm:pt>
    <dgm:pt modelId="{E0A419D8-96DF-46FE-A6DB-747BAEBC02D4}" type="pres">
      <dgm:prSet presAssocID="{E1DC4C24-7090-4659-9FBD-366307EBF294}" presName="spacer" presStyleCnt="0"/>
      <dgm:spPr/>
    </dgm:pt>
    <dgm:pt modelId="{77EF4226-F6FE-4B11-B8D0-FA5CDA25FF6C}" type="pres">
      <dgm:prSet presAssocID="{22BFBAE5-74F5-4FF3-89F9-12E3AAA904A9}" presName="parentText" presStyleLbl="node1" presStyleIdx="3" presStyleCnt="4">
        <dgm:presLayoutVars>
          <dgm:chMax val="0"/>
          <dgm:bulletEnabled val="1"/>
        </dgm:presLayoutVars>
      </dgm:prSet>
      <dgm:spPr/>
    </dgm:pt>
  </dgm:ptLst>
  <dgm:cxnLst>
    <dgm:cxn modelId="{48852304-B688-4601-884C-0F3F47469C51}" type="presOf" srcId="{680B37BD-24C5-487E-A220-A79231D52E27}" destId="{32883BF2-E586-41C2-9541-DF8B70BBF9B5}" srcOrd="0" destOrd="0" presId="urn:microsoft.com/office/officeart/2005/8/layout/vList2"/>
    <dgm:cxn modelId="{80EBF50A-7FC0-4294-9DF4-0FDA1905327F}" srcId="{180C8318-2782-4185-88B2-2D8248D9374C}" destId="{680B37BD-24C5-487E-A220-A79231D52E27}" srcOrd="1" destOrd="0" parTransId="{3898F182-7637-4895-AE56-4C447DCCC958}" sibTransId="{261A9AA0-18BF-4619-BCA3-52A8697B58CC}"/>
    <dgm:cxn modelId="{B4DA101C-3AC9-4C72-A6BD-722AA27923D1}" type="presOf" srcId="{22BFBAE5-74F5-4FF3-89F9-12E3AAA904A9}" destId="{77EF4226-F6FE-4B11-B8D0-FA5CDA25FF6C}" srcOrd="0" destOrd="0" presId="urn:microsoft.com/office/officeart/2005/8/layout/vList2"/>
    <dgm:cxn modelId="{44D1A93C-6955-49F3-BE9C-2D1EAF57172F}" type="presOf" srcId="{09461607-15C9-4E48-8A0F-CA2115FED63C}" destId="{75555125-E3E8-465A-AEBC-8371401DD8E7}" srcOrd="0" destOrd="0" presId="urn:microsoft.com/office/officeart/2005/8/layout/vList2"/>
    <dgm:cxn modelId="{65EAC888-982B-452F-B1C6-B58CF6B274BD}" type="presOf" srcId="{468791FF-F68E-46F0-B509-D1CB78DF91E9}" destId="{E9BB8B30-A572-4E61-8EC1-F16E6F3E949D}" srcOrd="0" destOrd="0" presId="urn:microsoft.com/office/officeart/2005/8/layout/vList2"/>
    <dgm:cxn modelId="{4E9A5F97-DDB6-40FD-8068-9D5738247323}" srcId="{180C8318-2782-4185-88B2-2D8248D9374C}" destId="{468791FF-F68E-46F0-B509-D1CB78DF91E9}" srcOrd="0" destOrd="0" parTransId="{C2B900E2-B57C-4FD5-BA92-47101D15C592}" sibTransId="{1089098B-E451-49E8-AE3A-1DF258771A0F}"/>
    <dgm:cxn modelId="{2CFCE3B3-319A-4B51-A6CF-962D08163711}" srcId="{180C8318-2782-4185-88B2-2D8248D9374C}" destId="{22BFBAE5-74F5-4FF3-89F9-12E3AAA904A9}" srcOrd="3" destOrd="0" parTransId="{9A66B5D0-A4DC-4C2B-A502-327E0C04C2BF}" sibTransId="{24B77944-5CC6-4225-AC1B-CF23434C10BE}"/>
    <dgm:cxn modelId="{122196EF-7420-4B00-9567-ED7257D6BDD2}" type="presOf" srcId="{180C8318-2782-4185-88B2-2D8248D9374C}" destId="{9FEC1C9E-8789-434A-A991-8A29F7E2EBFD}" srcOrd="0" destOrd="0" presId="urn:microsoft.com/office/officeart/2005/8/layout/vList2"/>
    <dgm:cxn modelId="{65EF53F0-BB06-4A81-B86D-A7FB39A48395}" srcId="{180C8318-2782-4185-88B2-2D8248D9374C}" destId="{09461607-15C9-4E48-8A0F-CA2115FED63C}" srcOrd="2" destOrd="0" parTransId="{E87F628B-EAF5-4FD8-B340-03E8B272837E}" sibTransId="{E1DC4C24-7090-4659-9FBD-366307EBF294}"/>
    <dgm:cxn modelId="{94156BD2-542B-465A-960B-3B2CD8FDE527}" type="presParOf" srcId="{9FEC1C9E-8789-434A-A991-8A29F7E2EBFD}" destId="{E9BB8B30-A572-4E61-8EC1-F16E6F3E949D}" srcOrd="0" destOrd="0" presId="urn:microsoft.com/office/officeart/2005/8/layout/vList2"/>
    <dgm:cxn modelId="{EF9EFA14-117E-42BD-92A6-E124D850288A}" type="presParOf" srcId="{9FEC1C9E-8789-434A-A991-8A29F7E2EBFD}" destId="{910C39C1-5777-41E3-802F-E8774C0D272A}" srcOrd="1" destOrd="0" presId="urn:microsoft.com/office/officeart/2005/8/layout/vList2"/>
    <dgm:cxn modelId="{F068D339-720A-45A4-8A98-9DD615463DA7}" type="presParOf" srcId="{9FEC1C9E-8789-434A-A991-8A29F7E2EBFD}" destId="{32883BF2-E586-41C2-9541-DF8B70BBF9B5}" srcOrd="2" destOrd="0" presId="urn:microsoft.com/office/officeart/2005/8/layout/vList2"/>
    <dgm:cxn modelId="{7F373B0D-9393-455E-97C7-A9AA0A28E8E5}" type="presParOf" srcId="{9FEC1C9E-8789-434A-A991-8A29F7E2EBFD}" destId="{10F5F037-D16C-4B63-B25D-AD31287FF903}" srcOrd="3" destOrd="0" presId="urn:microsoft.com/office/officeart/2005/8/layout/vList2"/>
    <dgm:cxn modelId="{405EB19E-6ACD-4AB7-8D36-E2889F923498}" type="presParOf" srcId="{9FEC1C9E-8789-434A-A991-8A29F7E2EBFD}" destId="{75555125-E3E8-465A-AEBC-8371401DD8E7}" srcOrd="4" destOrd="0" presId="urn:microsoft.com/office/officeart/2005/8/layout/vList2"/>
    <dgm:cxn modelId="{7EA4A2F0-C964-4989-9397-8F2928616AF5}" type="presParOf" srcId="{9FEC1C9E-8789-434A-A991-8A29F7E2EBFD}" destId="{E0A419D8-96DF-46FE-A6DB-747BAEBC02D4}" srcOrd="5" destOrd="0" presId="urn:microsoft.com/office/officeart/2005/8/layout/vList2"/>
    <dgm:cxn modelId="{3CEAC71E-EA2B-4CDB-A7B0-A9CD9FCBC10E}" type="presParOf" srcId="{9FEC1C9E-8789-434A-A991-8A29F7E2EBFD}" destId="{77EF4226-F6FE-4B11-B8D0-FA5CDA25FF6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E2BE59-F41A-49AA-BA5C-2A8489B92628}" type="doc">
      <dgm:prSet loTypeId="urn:microsoft.com/office/officeart/2018/2/layout/IconLabelList" loCatId="icon" qsTypeId="urn:microsoft.com/office/officeart/2005/8/quickstyle/simple1" qsCatId="simple" csTypeId="urn:microsoft.com/office/officeart/2005/8/colors/colorful2" csCatId="colorful" phldr="1"/>
      <dgm:spPr/>
      <dgm:t>
        <a:bodyPr/>
        <a:lstStyle/>
        <a:p>
          <a:endParaRPr lang="en-US"/>
        </a:p>
      </dgm:t>
    </dgm:pt>
    <dgm:pt modelId="{5165959C-EF42-4486-9CE7-5949E5F41C63}">
      <dgm:prSet custT="1"/>
      <dgm:spPr/>
      <dgm:t>
        <a:bodyPr/>
        <a:lstStyle/>
        <a:p>
          <a:pPr>
            <a:lnSpc>
              <a:spcPct val="100000"/>
            </a:lnSpc>
          </a:pPr>
          <a:r>
            <a:rPr lang="pt-BR" sz="1200" b="1" dirty="0"/>
            <a:t>Akshat Gaurav</a:t>
          </a:r>
          <a:r>
            <a:rPr lang="pt-BR" sz="1200" dirty="0"/>
            <a:t>: Investigador doutorando na Asia University (Taiwan) e membro estudantil IEEE; M.Tech em Engenharia Informática (especialização em Cibersegurança, NIT Kurukshetra, Índia). Foca-se em segurança da informação, deteção de intrusões (DDoS), segurança em IoT e computação em nuvem. </a:t>
          </a:r>
          <a:endParaRPr lang="en-US" sz="1200" dirty="0"/>
        </a:p>
      </dgm:t>
    </dgm:pt>
    <dgm:pt modelId="{67372717-89B5-4BEB-8750-0AC70190DEDD}" type="parTrans" cxnId="{1A35FCF3-9080-4784-BE94-02AFCAC35FD7}">
      <dgm:prSet/>
      <dgm:spPr/>
      <dgm:t>
        <a:bodyPr/>
        <a:lstStyle/>
        <a:p>
          <a:endParaRPr lang="en-US"/>
        </a:p>
      </dgm:t>
    </dgm:pt>
    <dgm:pt modelId="{B985B32F-C953-46FF-9E4F-956C69BA0A52}" type="sibTrans" cxnId="{1A35FCF3-9080-4784-BE94-02AFCAC35FD7}">
      <dgm:prSet/>
      <dgm:spPr/>
      <dgm:t>
        <a:bodyPr/>
        <a:lstStyle/>
        <a:p>
          <a:endParaRPr lang="en-US"/>
        </a:p>
      </dgm:t>
    </dgm:pt>
    <dgm:pt modelId="{8880B2DE-A203-43CF-813A-08393421F66D}">
      <dgm:prSet/>
      <dgm:spPr/>
      <dgm:t>
        <a:bodyPr/>
        <a:lstStyle/>
        <a:p>
          <a:pPr>
            <a:lnSpc>
              <a:spcPct val="100000"/>
            </a:lnSpc>
          </a:pPr>
          <a:r>
            <a:rPr lang="pt-PT" b="1" i="0" baseline="0" dirty="0" err="1"/>
            <a:t>Varsha</a:t>
          </a:r>
          <a:r>
            <a:rPr lang="pt-PT" b="1" i="0" baseline="0" dirty="0"/>
            <a:t> </a:t>
          </a:r>
          <a:r>
            <a:rPr lang="pt-PT" b="1" i="0" baseline="0" dirty="0" err="1"/>
            <a:t>Arya</a:t>
          </a:r>
          <a:r>
            <a:rPr lang="pt-PT" b="1" i="0" baseline="0" dirty="0"/>
            <a:t>:</a:t>
          </a:r>
          <a:r>
            <a:rPr lang="pt-PT" b="0" i="0" baseline="0" dirty="0"/>
            <a:t> Investigadora associada no Insights2Techinfo (Índia); mestrado pela </a:t>
          </a:r>
          <a:r>
            <a:rPr lang="pt-PT" b="0" i="0" baseline="0" dirty="0" err="1"/>
            <a:t>University</a:t>
          </a:r>
          <a:r>
            <a:rPr lang="pt-PT" b="0" i="0" baseline="0" dirty="0"/>
            <a:t> </a:t>
          </a:r>
          <a:r>
            <a:rPr lang="pt-PT" b="0" i="0" baseline="0" dirty="0" err="1"/>
            <a:t>of</a:t>
          </a:r>
          <a:r>
            <a:rPr lang="pt-PT" b="0" i="0" baseline="0" dirty="0"/>
            <a:t> </a:t>
          </a:r>
          <a:r>
            <a:rPr lang="pt-PT" b="0" i="0" baseline="0" dirty="0" err="1"/>
            <a:t>Rajasthan</a:t>
          </a:r>
          <a:r>
            <a:rPr lang="pt-PT" b="0" i="0" baseline="0" dirty="0"/>
            <a:t> (Índia, 2016). Foca-se em gestão tecnológica, sistemas </a:t>
          </a:r>
          <a:r>
            <a:rPr lang="pt-PT" b="0" i="0" baseline="0" dirty="0" err="1"/>
            <a:t>ciber</a:t>
          </a:r>
          <a:r>
            <a:rPr lang="pt-PT" b="0" i="0" baseline="0" dirty="0"/>
            <a:t>-físicos, computação em nuvem e redes de comunicação.</a:t>
          </a:r>
          <a:endParaRPr lang="en-US" dirty="0"/>
        </a:p>
      </dgm:t>
    </dgm:pt>
    <dgm:pt modelId="{02EB16DE-7C2B-4648-8F4A-6E6918D6E262}" type="parTrans" cxnId="{0ED330BC-DDD7-480B-B852-A6F10A7CF7F3}">
      <dgm:prSet/>
      <dgm:spPr/>
      <dgm:t>
        <a:bodyPr/>
        <a:lstStyle/>
        <a:p>
          <a:endParaRPr lang="en-US"/>
        </a:p>
      </dgm:t>
    </dgm:pt>
    <dgm:pt modelId="{6A105940-E6C6-48C2-A054-9D8996D5DEC0}" type="sibTrans" cxnId="{0ED330BC-DDD7-480B-B852-A6F10A7CF7F3}">
      <dgm:prSet/>
      <dgm:spPr/>
      <dgm:t>
        <a:bodyPr/>
        <a:lstStyle/>
        <a:p>
          <a:endParaRPr lang="en-US"/>
        </a:p>
      </dgm:t>
    </dgm:pt>
    <dgm:pt modelId="{88643449-68A5-448A-9369-1C8AA1DD5662}" type="pres">
      <dgm:prSet presAssocID="{4FE2BE59-F41A-49AA-BA5C-2A8489B92628}" presName="root" presStyleCnt="0">
        <dgm:presLayoutVars>
          <dgm:dir/>
          <dgm:resizeHandles val="exact"/>
        </dgm:presLayoutVars>
      </dgm:prSet>
      <dgm:spPr/>
    </dgm:pt>
    <dgm:pt modelId="{4DD61C67-6737-4E5C-B019-B2CB37FEA89A}" type="pres">
      <dgm:prSet presAssocID="{5165959C-EF42-4486-9CE7-5949E5F41C63}" presName="compNode" presStyleCnt="0"/>
      <dgm:spPr/>
    </dgm:pt>
    <dgm:pt modelId="{CC0687D0-503B-46AF-BD6E-457F51E5F4A2}" type="pres">
      <dgm:prSet presAssocID="{5165959C-EF42-4486-9CE7-5949E5F41C6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pitão"/>
        </a:ext>
      </dgm:extLst>
    </dgm:pt>
    <dgm:pt modelId="{1BCD8EE8-46BF-4F67-8E3F-F45C7DEB376C}" type="pres">
      <dgm:prSet presAssocID="{5165959C-EF42-4486-9CE7-5949E5F41C63}" presName="spaceRect" presStyleCnt="0"/>
      <dgm:spPr/>
    </dgm:pt>
    <dgm:pt modelId="{75AB3245-D81E-4307-964E-44CBD126FCC8}" type="pres">
      <dgm:prSet presAssocID="{5165959C-EF42-4486-9CE7-5949E5F41C63}" presName="textRect" presStyleLbl="revTx" presStyleIdx="0" presStyleCnt="2">
        <dgm:presLayoutVars>
          <dgm:chMax val="1"/>
          <dgm:chPref val="1"/>
        </dgm:presLayoutVars>
      </dgm:prSet>
      <dgm:spPr/>
    </dgm:pt>
    <dgm:pt modelId="{6DE312C8-8E0F-4918-9E82-8CE7D97FBD9C}" type="pres">
      <dgm:prSet presAssocID="{B985B32F-C953-46FF-9E4F-956C69BA0A52}" presName="sibTrans" presStyleCnt="0"/>
      <dgm:spPr/>
    </dgm:pt>
    <dgm:pt modelId="{C5B8961F-E6DD-46FA-A8B9-045D968AB5D6}" type="pres">
      <dgm:prSet presAssocID="{8880B2DE-A203-43CF-813A-08393421F66D}" presName="compNode" presStyleCnt="0"/>
      <dgm:spPr/>
    </dgm:pt>
    <dgm:pt modelId="{B557AB07-C8A5-482E-AD29-4D003BCC007F}" type="pres">
      <dgm:prSet presAssocID="{8880B2DE-A203-43CF-813A-08393421F66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stronauta"/>
        </a:ext>
      </dgm:extLst>
    </dgm:pt>
    <dgm:pt modelId="{2296710E-1638-43A9-A872-73879EAD7C75}" type="pres">
      <dgm:prSet presAssocID="{8880B2DE-A203-43CF-813A-08393421F66D}" presName="spaceRect" presStyleCnt="0"/>
      <dgm:spPr/>
    </dgm:pt>
    <dgm:pt modelId="{3C83D5F9-558F-455C-8722-4107AA836B42}" type="pres">
      <dgm:prSet presAssocID="{8880B2DE-A203-43CF-813A-08393421F66D}" presName="textRect" presStyleLbl="revTx" presStyleIdx="1" presStyleCnt="2">
        <dgm:presLayoutVars>
          <dgm:chMax val="1"/>
          <dgm:chPref val="1"/>
        </dgm:presLayoutVars>
      </dgm:prSet>
      <dgm:spPr/>
    </dgm:pt>
  </dgm:ptLst>
  <dgm:cxnLst>
    <dgm:cxn modelId="{A4829068-BE83-463F-9DD9-CA02D0D6F535}" type="presOf" srcId="{4FE2BE59-F41A-49AA-BA5C-2A8489B92628}" destId="{88643449-68A5-448A-9369-1C8AA1DD5662}" srcOrd="0" destOrd="0" presId="urn:microsoft.com/office/officeart/2018/2/layout/IconLabelList"/>
    <dgm:cxn modelId="{644BCBA6-2A62-4744-A44F-98FA10E4EAE9}" type="presOf" srcId="{5165959C-EF42-4486-9CE7-5949E5F41C63}" destId="{75AB3245-D81E-4307-964E-44CBD126FCC8}" srcOrd="0" destOrd="0" presId="urn:microsoft.com/office/officeart/2018/2/layout/IconLabelList"/>
    <dgm:cxn modelId="{0ED330BC-DDD7-480B-B852-A6F10A7CF7F3}" srcId="{4FE2BE59-F41A-49AA-BA5C-2A8489B92628}" destId="{8880B2DE-A203-43CF-813A-08393421F66D}" srcOrd="1" destOrd="0" parTransId="{02EB16DE-7C2B-4648-8F4A-6E6918D6E262}" sibTransId="{6A105940-E6C6-48C2-A054-9D8996D5DEC0}"/>
    <dgm:cxn modelId="{1A35FCF3-9080-4784-BE94-02AFCAC35FD7}" srcId="{4FE2BE59-F41A-49AA-BA5C-2A8489B92628}" destId="{5165959C-EF42-4486-9CE7-5949E5F41C63}" srcOrd="0" destOrd="0" parTransId="{67372717-89B5-4BEB-8750-0AC70190DEDD}" sibTransId="{B985B32F-C953-46FF-9E4F-956C69BA0A52}"/>
    <dgm:cxn modelId="{69F1F8FC-4EED-4D4F-A07C-E928273214FF}" type="presOf" srcId="{8880B2DE-A203-43CF-813A-08393421F66D}" destId="{3C83D5F9-558F-455C-8722-4107AA836B42}" srcOrd="0" destOrd="0" presId="urn:microsoft.com/office/officeart/2018/2/layout/IconLabelList"/>
    <dgm:cxn modelId="{94455147-5416-47D7-A409-A4DF29613F98}" type="presParOf" srcId="{88643449-68A5-448A-9369-1C8AA1DD5662}" destId="{4DD61C67-6737-4E5C-B019-B2CB37FEA89A}" srcOrd="0" destOrd="0" presId="urn:microsoft.com/office/officeart/2018/2/layout/IconLabelList"/>
    <dgm:cxn modelId="{7228B333-8050-47D3-9DD9-E0A099416793}" type="presParOf" srcId="{4DD61C67-6737-4E5C-B019-B2CB37FEA89A}" destId="{CC0687D0-503B-46AF-BD6E-457F51E5F4A2}" srcOrd="0" destOrd="0" presId="urn:microsoft.com/office/officeart/2018/2/layout/IconLabelList"/>
    <dgm:cxn modelId="{B3F1F599-B008-4DA6-B139-DCF2EF86E74F}" type="presParOf" srcId="{4DD61C67-6737-4E5C-B019-B2CB37FEA89A}" destId="{1BCD8EE8-46BF-4F67-8E3F-F45C7DEB376C}" srcOrd="1" destOrd="0" presId="urn:microsoft.com/office/officeart/2018/2/layout/IconLabelList"/>
    <dgm:cxn modelId="{7DE2DC88-5875-4D9D-B93D-817AB72153D1}" type="presParOf" srcId="{4DD61C67-6737-4E5C-B019-B2CB37FEA89A}" destId="{75AB3245-D81E-4307-964E-44CBD126FCC8}" srcOrd="2" destOrd="0" presId="urn:microsoft.com/office/officeart/2018/2/layout/IconLabelList"/>
    <dgm:cxn modelId="{15CD8368-704B-4911-A6D0-3927CA1F79C1}" type="presParOf" srcId="{88643449-68A5-448A-9369-1C8AA1DD5662}" destId="{6DE312C8-8E0F-4918-9E82-8CE7D97FBD9C}" srcOrd="1" destOrd="0" presId="urn:microsoft.com/office/officeart/2018/2/layout/IconLabelList"/>
    <dgm:cxn modelId="{D5AA0D20-D33E-4968-A06A-17990BC0DD4A}" type="presParOf" srcId="{88643449-68A5-448A-9369-1C8AA1DD5662}" destId="{C5B8961F-E6DD-46FA-A8B9-045D968AB5D6}" srcOrd="2" destOrd="0" presId="urn:microsoft.com/office/officeart/2018/2/layout/IconLabelList"/>
    <dgm:cxn modelId="{EBF3921B-1AEF-408B-B6CF-28877409F841}" type="presParOf" srcId="{C5B8961F-E6DD-46FA-A8B9-045D968AB5D6}" destId="{B557AB07-C8A5-482E-AD29-4D003BCC007F}" srcOrd="0" destOrd="0" presId="urn:microsoft.com/office/officeart/2018/2/layout/IconLabelList"/>
    <dgm:cxn modelId="{7A2DE5DB-267A-42D4-8041-75CDDF887E2B}" type="presParOf" srcId="{C5B8961F-E6DD-46FA-A8B9-045D968AB5D6}" destId="{2296710E-1638-43A9-A872-73879EAD7C75}" srcOrd="1" destOrd="0" presId="urn:microsoft.com/office/officeart/2018/2/layout/IconLabelList"/>
    <dgm:cxn modelId="{F1189EEB-EE55-4BB7-BC45-4D7599DF0865}" type="presParOf" srcId="{C5B8961F-E6DD-46FA-A8B9-045D968AB5D6}" destId="{3C83D5F9-558F-455C-8722-4107AA836B4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BB8B30-A572-4E61-8EC1-F16E6F3E949D}">
      <dsp:nvSpPr>
        <dsp:cNvPr id="0" name=""/>
        <dsp:cNvSpPr/>
      </dsp:nvSpPr>
      <dsp:spPr>
        <a:xfrm>
          <a:off x="0" y="62510"/>
          <a:ext cx="6171948" cy="129167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t-PT" sz="2400" b="1" i="0" kern="1200" baseline="0" dirty="0"/>
            <a:t>Título:</a:t>
          </a:r>
          <a:r>
            <a:rPr lang="pt-PT" sz="2400" b="0" i="0" kern="1200" baseline="0" dirty="0"/>
            <a:t> </a:t>
          </a:r>
          <a:r>
            <a:rPr lang="pt-PT" sz="2400" b="0" i="1" kern="1200" baseline="0" dirty="0" err="1"/>
            <a:t>Analysis</a:t>
          </a:r>
          <a:r>
            <a:rPr lang="pt-PT" sz="2400" b="0" i="1" kern="1200" baseline="0" dirty="0"/>
            <a:t> </a:t>
          </a:r>
          <a:r>
            <a:rPr lang="pt-PT" sz="2400" b="0" i="1" kern="1200" baseline="0" dirty="0" err="1"/>
            <a:t>of</a:t>
          </a:r>
          <a:r>
            <a:rPr lang="pt-PT" sz="2400" b="0" i="1" kern="1200" baseline="0" dirty="0"/>
            <a:t> artificial </a:t>
          </a:r>
          <a:r>
            <a:rPr lang="pt-PT" sz="2400" b="0" i="1" kern="1200" baseline="0" dirty="0" err="1"/>
            <a:t>intelligence-based</a:t>
          </a:r>
          <a:r>
            <a:rPr lang="pt-PT" sz="2400" b="0" i="1" kern="1200" baseline="0" dirty="0"/>
            <a:t> </a:t>
          </a:r>
          <a:r>
            <a:rPr lang="pt-PT" sz="2400" b="0" i="1" kern="1200" baseline="0" dirty="0" err="1"/>
            <a:t>technologies</a:t>
          </a:r>
          <a:r>
            <a:rPr lang="pt-PT" sz="2400" b="0" i="1" kern="1200" baseline="0" dirty="0"/>
            <a:t> </a:t>
          </a:r>
          <a:r>
            <a:rPr lang="pt-PT" sz="2400" b="0" i="1" kern="1200" baseline="0" dirty="0" err="1"/>
            <a:t>and</a:t>
          </a:r>
          <a:r>
            <a:rPr lang="pt-PT" sz="2400" b="0" i="1" kern="1200" baseline="0" dirty="0"/>
            <a:t> </a:t>
          </a:r>
          <a:r>
            <a:rPr lang="pt-PT" sz="2400" b="0" i="1" kern="1200" baseline="0" dirty="0" err="1"/>
            <a:t>approaches</a:t>
          </a:r>
          <a:r>
            <a:rPr lang="pt-PT" sz="2400" b="0" i="1" kern="1200" baseline="0" dirty="0"/>
            <a:t> </a:t>
          </a:r>
          <a:r>
            <a:rPr lang="pt-PT" sz="2400" b="0" i="1" kern="1200" baseline="0" dirty="0" err="1"/>
            <a:t>on</a:t>
          </a:r>
          <a:r>
            <a:rPr lang="pt-PT" sz="2400" b="0" i="1" kern="1200" baseline="0" dirty="0"/>
            <a:t> </a:t>
          </a:r>
          <a:r>
            <a:rPr lang="pt-PT" sz="2400" b="0" i="1" kern="1200" baseline="0" dirty="0" err="1"/>
            <a:t>sustainable</a:t>
          </a:r>
          <a:r>
            <a:rPr lang="pt-PT" sz="2400" b="0" i="1" kern="1200" baseline="0" dirty="0"/>
            <a:t> </a:t>
          </a:r>
          <a:r>
            <a:rPr lang="pt-PT" sz="2400" b="0" i="1" kern="1200" baseline="0" dirty="0" err="1"/>
            <a:t>entrepreneurship</a:t>
          </a:r>
          <a:r>
            <a:rPr lang="pt-PT" sz="2400" b="0" i="0" kern="1200" baseline="0" dirty="0"/>
            <a:t>.</a:t>
          </a:r>
          <a:endParaRPr lang="en-US" sz="2400" kern="1200" dirty="0"/>
        </a:p>
      </dsp:txBody>
      <dsp:txXfrm>
        <a:off x="63055" y="125565"/>
        <a:ext cx="6045838" cy="1165569"/>
      </dsp:txXfrm>
    </dsp:sp>
    <dsp:sp modelId="{32883BF2-E586-41C2-9541-DF8B70BBF9B5}">
      <dsp:nvSpPr>
        <dsp:cNvPr id="0" name=""/>
        <dsp:cNvSpPr/>
      </dsp:nvSpPr>
      <dsp:spPr>
        <a:xfrm>
          <a:off x="0" y="1423310"/>
          <a:ext cx="6171948" cy="1291679"/>
        </a:xfrm>
        <a:prstGeom prst="roundRect">
          <a:avLst/>
        </a:prstGeom>
        <a:solidFill>
          <a:schemeClr val="accent2">
            <a:hueOff val="-135738"/>
            <a:satOff val="-1163"/>
            <a:lumOff val="-77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t-PT" sz="2400" b="1" i="0" kern="1200" baseline="0"/>
            <a:t>Autores:</a:t>
          </a:r>
          <a:r>
            <a:rPr lang="pt-PT" sz="2400" b="0" i="0" kern="1200" baseline="0"/>
            <a:t> Brij B. Gupta, Akshat Gaurav, Prabin K. Panigrahi e Varsha Arya.</a:t>
          </a:r>
          <a:endParaRPr lang="en-US" sz="2400" kern="1200"/>
        </a:p>
      </dsp:txBody>
      <dsp:txXfrm>
        <a:off x="63055" y="1486365"/>
        <a:ext cx="6045838" cy="1165569"/>
      </dsp:txXfrm>
    </dsp:sp>
    <dsp:sp modelId="{75555125-E3E8-465A-AEBC-8371401DD8E7}">
      <dsp:nvSpPr>
        <dsp:cNvPr id="0" name=""/>
        <dsp:cNvSpPr/>
      </dsp:nvSpPr>
      <dsp:spPr>
        <a:xfrm>
          <a:off x="0" y="2784110"/>
          <a:ext cx="6171948" cy="1291679"/>
        </a:xfrm>
        <a:prstGeom prst="roundRect">
          <a:avLst/>
        </a:prstGeom>
        <a:solidFill>
          <a:schemeClr val="accent2">
            <a:hueOff val="-271475"/>
            <a:satOff val="-2327"/>
            <a:lumOff val="-154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t-PT" sz="2400" b="1" i="0" kern="1200" baseline="0"/>
            <a:t>Afiliações:</a:t>
          </a:r>
          <a:r>
            <a:rPr lang="pt-PT" sz="2400" b="0" i="0" kern="1200" baseline="0"/>
            <a:t> Asia University (Taiwan), Ronin Institute (EUA), IIM Indore (Índia), Insights2Techinfo (Índia).</a:t>
          </a:r>
          <a:endParaRPr lang="en-US" sz="2400" kern="1200"/>
        </a:p>
      </dsp:txBody>
      <dsp:txXfrm>
        <a:off x="63055" y="2847165"/>
        <a:ext cx="6045838" cy="1165569"/>
      </dsp:txXfrm>
    </dsp:sp>
    <dsp:sp modelId="{77EF4226-F6FE-4B11-B8D0-FA5CDA25FF6C}">
      <dsp:nvSpPr>
        <dsp:cNvPr id="0" name=""/>
        <dsp:cNvSpPr/>
      </dsp:nvSpPr>
      <dsp:spPr>
        <a:xfrm>
          <a:off x="0" y="4144910"/>
          <a:ext cx="6171948" cy="1291679"/>
        </a:xfrm>
        <a:prstGeom prst="roundRect">
          <a:avLst/>
        </a:prstGeom>
        <a:solidFill>
          <a:schemeClr val="accent2">
            <a:hueOff val="-407213"/>
            <a:satOff val="-3490"/>
            <a:lumOff val="-2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t-PT" sz="2400" b="1" i="0" kern="1200" baseline="0"/>
            <a:t>Revista:</a:t>
          </a:r>
          <a:r>
            <a:rPr lang="pt-PT" sz="2400" b="0" i="0" kern="1200" baseline="0"/>
            <a:t> </a:t>
          </a:r>
          <a:r>
            <a:rPr lang="pt-PT" sz="2400" b="0" i="1" kern="1200" baseline="0"/>
            <a:t>Technological Forecasting &amp; Social Change</a:t>
          </a:r>
          <a:r>
            <a:rPr lang="pt-PT" sz="2400" b="0" i="0" kern="1200" baseline="0"/>
            <a:t>, vol. 186, 2023, art. 122152; disponível online desde 11 Nov. 2022.</a:t>
          </a:r>
          <a:endParaRPr lang="en-US" sz="2400" kern="1200"/>
        </a:p>
      </dsp:txBody>
      <dsp:txXfrm>
        <a:off x="63055" y="4207965"/>
        <a:ext cx="6045838" cy="11655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0687D0-503B-46AF-BD6E-457F51E5F4A2}">
      <dsp:nvSpPr>
        <dsp:cNvPr id="0" name=""/>
        <dsp:cNvSpPr/>
      </dsp:nvSpPr>
      <dsp:spPr>
        <a:xfrm>
          <a:off x="791677" y="1168146"/>
          <a:ext cx="1270687" cy="12706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AB3245-D81E-4307-964E-44CBD126FCC8}">
      <dsp:nvSpPr>
        <dsp:cNvPr id="0" name=""/>
        <dsp:cNvSpPr/>
      </dsp:nvSpPr>
      <dsp:spPr>
        <a:xfrm>
          <a:off x="15145" y="2913453"/>
          <a:ext cx="2823750" cy="141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pt-BR" sz="1200" b="1" kern="1200" dirty="0"/>
            <a:t>Akshat Gaurav</a:t>
          </a:r>
          <a:r>
            <a:rPr lang="pt-BR" sz="1200" kern="1200" dirty="0"/>
            <a:t>: Investigador doutorando na Asia University (Taiwan) e membro estudantil IEEE; M.Tech em Engenharia Informática (especialização em Cibersegurança, NIT Kurukshetra, Índia). Foca-se em segurança da informação, deteção de intrusões (DDoS), segurança em IoT e computação em nuvem. </a:t>
          </a:r>
          <a:endParaRPr lang="en-US" sz="1200" kern="1200" dirty="0"/>
        </a:p>
      </dsp:txBody>
      <dsp:txXfrm>
        <a:off x="15145" y="2913453"/>
        <a:ext cx="2823750" cy="1417500"/>
      </dsp:txXfrm>
    </dsp:sp>
    <dsp:sp modelId="{B557AB07-C8A5-482E-AD29-4D003BCC007F}">
      <dsp:nvSpPr>
        <dsp:cNvPr id="0" name=""/>
        <dsp:cNvSpPr/>
      </dsp:nvSpPr>
      <dsp:spPr>
        <a:xfrm>
          <a:off x="4109583" y="1168146"/>
          <a:ext cx="1270687" cy="12706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83D5F9-558F-455C-8722-4107AA836B42}">
      <dsp:nvSpPr>
        <dsp:cNvPr id="0" name=""/>
        <dsp:cNvSpPr/>
      </dsp:nvSpPr>
      <dsp:spPr>
        <a:xfrm>
          <a:off x="3333052" y="2913453"/>
          <a:ext cx="2823750" cy="141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pt-PT" sz="1300" b="1" i="0" kern="1200" baseline="0" dirty="0" err="1"/>
            <a:t>Varsha</a:t>
          </a:r>
          <a:r>
            <a:rPr lang="pt-PT" sz="1300" b="1" i="0" kern="1200" baseline="0" dirty="0"/>
            <a:t> </a:t>
          </a:r>
          <a:r>
            <a:rPr lang="pt-PT" sz="1300" b="1" i="0" kern="1200" baseline="0" dirty="0" err="1"/>
            <a:t>Arya</a:t>
          </a:r>
          <a:r>
            <a:rPr lang="pt-PT" sz="1300" b="1" i="0" kern="1200" baseline="0" dirty="0"/>
            <a:t>:</a:t>
          </a:r>
          <a:r>
            <a:rPr lang="pt-PT" sz="1300" b="0" i="0" kern="1200" baseline="0" dirty="0"/>
            <a:t> Investigadora associada no Insights2Techinfo (Índia); mestrado pela </a:t>
          </a:r>
          <a:r>
            <a:rPr lang="pt-PT" sz="1300" b="0" i="0" kern="1200" baseline="0" dirty="0" err="1"/>
            <a:t>University</a:t>
          </a:r>
          <a:r>
            <a:rPr lang="pt-PT" sz="1300" b="0" i="0" kern="1200" baseline="0" dirty="0"/>
            <a:t> </a:t>
          </a:r>
          <a:r>
            <a:rPr lang="pt-PT" sz="1300" b="0" i="0" kern="1200" baseline="0" dirty="0" err="1"/>
            <a:t>of</a:t>
          </a:r>
          <a:r>
            <a:rPr lang="pt-PT" sz="1300" b="0" i="0" kern="1200" baseline="0" dirty="0"/>
            <a:t> </a:t>
          </a:r>
          <a:r>
            <a:rPr lang="pt-PT" sz="1300" b="0" i="0" kern="1200" baseline="0" dirty="0" err="1"/>
            <a:t>Rajasthan</a:t>
          </a:r>
          <a:r>
            <a:rPr lang="pt-PT" sz="1300" b="0" i="0" kern="1200" baseline="0" dirty="0"/>
            <a:t> (Índia, 2016). Foca-se em gestão tecnológica, sistemas </a:t>
          </a:r>
          <a:r>
            <a:rPr lang="pt-PT" sz="1300" b="0" i="0" kern="1200" baseline="0" dirty="0" err="1"/>
            <a:t>ciber</a:t>
          </a:r>
          <a:r>
            <a:rPr lang="pt-PT" sz="1300" b="0" i="0" kern="1200" baseline="0" dirty="0"/>
            <a:t>-físicos, computação em nuvem e redes de comunicação.</a:t>
          </a:r>
          <a:endParaRPr lang="en-US" sz="1300" kern="1200" dirty="0"/>
        </a:p>
      </dsp:txBody>
      <dsp:txXfrm>
        <a:off x="3333052" y="2913453"/>
        <a:ext cx="2823750" cy="14175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10/16/2025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4058860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10/16/2025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68845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10/16/2025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979682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10/16/2025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76961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10/16/2025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08826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10/16/2025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957459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10/16/2025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005738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10/16/2025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969371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10/16/2025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671093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10/16/2025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2298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10/16/2025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604016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10/16/2025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‹nº›</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684913"/>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07" r:id="rId6"/>
    <p:sldLayoutId id="2147483803" r:id="rId7"/>
    <p:sldLayoutId id="2147483804" r:id="rId8"/>
    <p:sldLayoutId id="2147483805" r:id="rId9"/>
    <p:sldLayoutId id="2147483806" r:id="rId10"/>
    <p:sldLayoutId id="2147483808"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diagramLayout" Target="../diagrams/layout2.xml"/><Relationship Id="rId7" Type="http://schemas.openxmlformats.org/officeDocument/2006/relationships/image" Target="../media/image8.gif"/><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40" name="Straight Connector 3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Picture 2" descr="Uma imagem com nevoeiro, natureza, montanha, paisagem&#10;&#10;Os conteúdos gerados por IA podem estar incorretos.">
            <a:extLst>
              <a:ext uri="{FF2B5EF4-FFF2-40B4-BE49-F238E27FC236}">
                <a16:creationId xmlns:a16="http://schemas.microsoft.com/office/drawing/2014/main" id="{B7315931-0459-D733-EF43-6285104128A7}"/>
              </a:ext>
            </a:extLst>
          </p:cNvPr>
          <p:cNvPicPr>
            <a:picLocks noChangeAspect="1"/>
          </p:cNvPicPr>
          <p:nvPr/>
        </p:nvPicPr>
        <p:blipFill>
          <a:blip r:embed="rId2"/>
          <a:srcRect l="9091" t="14611" b="34252"/>
          <a:stretch>
            <a:fillRect/>
          </a:stretch>
        </p:blipFill>
        <p:spPr>
          <a:xfrm>
            <a:off x="20" y="10"/>
            <a:ext cx="12191979" cy="6857990"/>
          </a:xfrm>
          <a:prstGeom prst="rect">
            <a:avLst/>
          </a:prstGeom>
        </p:spPr>
      </p:pic>
      <p:sp>
        <p:nvSpPr>
          <p:cNvPr id="42" name="Rectangle 41">
            <a:extLst>
              <a:ext uri="{FF2B5EF4-FFF2-40B4-BE49-F238E27FC236}">
                <a16:creationId xmlns:a16="http://schemas.microsoft.com/office/drawing/2014/main" id="{EFBAAD93-7DE6-47D1-3609-446AE138A2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a:extLst>
              <a:ext uri="{FF2B5EF4-FFF2-40B4-BE49-F238E27FC236}">
                <a16:creationId xmlns:a16="http://schemas.microsoft.com/office/drawing/2014/main" id="{6F2DA9B0-F2C7-3910-10B0-D779A0D63C04}"/>
              </a:ext>
            </a:extLst>
          </p:cNvPr>
          <p:cNvSpPr>
            <a:spLocks noGrp="1"/>
          </p:cNvSpPr>
          <p:nvPr>
            <p:ph type="ctrTitle"/>
          </p:nvPr>
        </p:nvSpPr>
        <p:spPr>
          <a:xfrm>
            <a:off x="7145736" y="908651"/>
            <a:ext cx="4754880" cy="4171779"/>
          </a:xfrm>
        </p:spPr>
        <p:txBody>
          <a:bodyPr anchor="t">
            <a:normAutofit/>
          </a:bodyPr>
          <a:lstStyle/>
          <a:p>
            <a:r>
              <a:rPr lang="pt-PT" sz="6000" dirty="0"/>
              <a:t>Recensão Crítica ao Artigo Científico</a:t>
            </a:r>
          </a:p>
        </p:txBody>
      </p:sp>
      <p:sp>
        <p:nvSpPr>
          <p:cNvPr id="4" name="Rectangle 1">
            <a:extLst>
              <a:ext uri="{FF2B5EF4-FFF2-40B4-BE49-F238E27FC236}">
                <a16:creationId xmlns:a16="http://schemas.microsoft.com/office/drawing/2014/main" id="{DAE86629-3885-ADB9-75B6-C85BB3D8B40E}"/>
              </a:ext>
            </a:extLst>
          </p:cNvPr>
          <p:cNvSpPr>
            <a:spLocks noGrp="1" noChangeArrowheads="1"/>
          </p:cNvSpPr>
          <p:nvPr>
            <p:ph type="subTitle" idx="1"/>
          </p:nvPr>
        </p:nvSpPr>
        <p:spPr bwMode="auto">
          <a:xfrm>
            <a:off x="7145736" y="4732773"/>
            <a:ext cx="4754880" cy="153720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b"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tabLst/>
            </a:pPr>
            <a:r>
              <a:rPr kumimoji="0" lang="pt-PT" altLang="pt-PT" sz="1400" b="1" i="0" u="none" strike="noStrike" cap="none" normalizeH="0" baseline="0" dirty="0">
                <a:ln>
                  <a:noFill/>
                </a:ln>
                <a:effectLst/>
              </a:rPr>
              <a:t>Recensão Crítica do Artigo:</a:t>
            </a:r>
            <a:r>
              <a:rPr kumimoji="0" lang="pt-PT" altLang="pt-PT" sz="1400" b="0" i="0" u="none" strike="noStrike" cap="none" normalizeH="0" baseline="0" dirty="0">
                <a:ln>
                  <a:noFill/>
                </a:ln>
                <a:effectLst/>
              </a:rPr>
              <a:t> </a:t>
            </a:r>
            <a:r>
              <a:rPr kumimoji="0" lang="pt-PT" altLang="pt-PT" sz="1400" b="0" i="1" u="none" strike="noStrike" cap="none" normalizeH="0" baseline="0" dirty="0">
                <a:ln>
                  <a:noFill/>
                </a:ln>
                <a:effectLst/>
              </a:rPr>
              <a:t>“</a:t>
            </a:r>
            <a:r>
              <a:rPr kumimoji="0" lang="pt-PT" altLang="pt-PT" sz="1400" b="0" i="1" u="none" strike="noStrike" cap="none" normalizeH="0" baseline="0" dirty="0" err="1">
                <a:ln>
                  <a:noFill/>
                </a:ln>
                <a:effectLst/>
              </a:rPr>
              <a:t>Analysis</a:t>
            </a:r>
            <a:r>
              <a:rPr kumimoji="0" lang="pt-PT" altLang="pt-PT" sz="1400" b="0" i="1" u="none" strike="noStrike" cap="none" normalizeH="0" baseline="0" dirty="0">
                <a:ln>
                  <a:noFill/>
                </a:ln>
                <a:effectLst/>
              </a:rPr>
              <a:t> </a:t>
            </a:r>
            <a:r>
              <a:rPr kumimoji="0" lang="pt-PT" altLang="pt-PT" sz="1400" b="0" i="1" u="none" strike="noStrike" cap="none" normalizeH="0" baseline="0" dirty="0" err="1">
                <a:ln>
                  <a:noFill/>
                </a:ln>
                <a:effectLst/>
              </a:rPr>
              <a:t>of</a:t>
            </a:r>
            <a:r>
              <a:rPr kumimoji="0" lang="pt-PT" altLang="pt-PT" sz="1400" b="0" i="1" u="none" strike="noStrike" cap="none" normalizeH="0" baseline="0" dirty="0">
                <a:ln>
                  <a:noFill/>
                </a:ln>
                <a:effectLst/>
              </a:rPr>
              <a:t> artificial </a:t>
            </a:r>
            <a:r>
              <a:rPr kumimoji="0" lang="pt-PT" altLang="pt-PT" sz="1400" b="0" i="1" u="none" strike="noStrike" cap="none" normalizeH="0" baseline="0" dirty="0" err="1">
                <a:ln>
                  <a:noFill/>
                </a:ln>
                <a:effectLst/>
              </a:rPr>
              <a:t>intelligence-based</a:t>
            </a:r>
            <a:r>
              <a:rPr kumimoji="0" lang="pt-PT" altLang="pt-PT" sz="1400" b="0" i="1" u="none" strike="noStrike" cap="none" normalizeH="0" baseline="0" dirty="0">
                <a:ln>
                  <a:noFill/>
                </a:ln>
                <a:effectLst/>
              </a:rPr>
              <a:t> </a:t>
            </a:r>
            <a:r>
              <a:rPr kumimoji="0" lang="pt-PT" altLang="pt-PT" sz="1400" b="0" i="1" u="none" strike="noStrike" cap="none" normalizeH="0" baseline="0" dirty="0" err="1">
                <a:ln>
                  <a:noFill/>
                </a:ln>
                <a:effectLst/>
              </a:rPr>
              <a:t>technologies</a:t>
            </a:r>
            <a:r>
              <a:rPr kumimoji="0" lang="pt-PT" altLang="pt-PT" sz="1400" b="0" i="1" u="none" strike="noStrike" cap="none" normalizeH="0" baseline="0" dirty="0">
                <a:ln>
                  <a:noFill/>
                </a:ln>
                <a:effectLst/>
              </a:rPr>
              <a:t> </a:t>
            </a:r>
            <a:r>
              <a:rPr kumimoji="0" lang="pt-PT" altLang="pt-PT" sz="1400" b="0" i="1" u="none" strike="noStrike" cap="none" normalizeH="0" baseline="0" dirty="0" err="1">
                <a:ln>
                  <a:noFill/>
                </a:ln>
                <a:effectLst/>
              </a:rPr>
              <a:t>and</a:t>
            </a:r>
            <a:r>
              <a:rPr kumimoji="0" lang="pt-PT" altLang="pt-PT" sz="1400" b="0" i="1" u="none" strike="noStrike" cap="none" normalizeH="0" baseline="0" dirty="0">
                <a:ln>
                  <a:noFill/>
                </a:ln>
                <a:effectLst/>
              </a:rPr>
              <a:t> </a:t>
            </a:r>
            <a:r>
              <a:rPr kumimoji="0" lang="pt-PT" altLang="pt-PT" sz="1400" b="0" i="1" u="none" strike="noStrike" cap="none" normalizeH="0" baseline="0" dirty="0" err="1">
                <a:ln>
                  <a:noFill/>
                </a:ln>
                <a:effectLst/>
              </a:rPr>
              <a:t>approaches</a:t>
            </a:r>
            <a:r>
              <a:rPr kumimoji="0" lang="pt-PT" altLang="pt-PT" sz="1400" b="0" i="1" u="none" strike="noStrike" cap="none" normalizeH="0" baseline="0" dirty="0">
                <a:ln>
                  <a:noFill/>
                </a:ln>
                <a:effectLst/>
              </a:rPr>
              <a:t> </a:t>
            </a:r>
            <a:r>
              <a:rPr kumimoji="0" lang="pt-PT" altLang="pt-PT" sz="1400" b="0" i="1" u="none" strike="noStrike" cap="none" normalizeH="0" baseline="0" dirty="0" err="1">
                <a:ln>
                  <a:noFill/>
                </a:ln>
                <a:effectLst/>
              </a:rPr>
              <a:t>on</a:t>
            </a:r>
            <a:r>
              <a:rPr kumimoji="0" lang="pt-PT" altLang="pt-PT" sz="1400" b="0" i="1" u="none" strike="noStrike" cap="none" normalizeH="0" baseline="0" dirty="0">
                <a:ln>
                  <a:noFill/>
                </a:ln>
                <a:effectLst/>
              </a:rPr>
              <a:t> </a:t>
            </a:r>
            <a:r>
              <a:rPr kumimoji="0" lang="pt-PT" altLang="pt-PT" sz="1400" b="0" i="1" u="none" strike="noStrike" cap="none" normalizeH="0" baseline="0" dirty="0" err="1">
                <a:ln>
                  <a:noFill/>
                </a:ln>
                <a:effectLst/>
              </a:rPr>
              <a:t>sustainable</a:t>
            </a:r>
            <a:r>
              <a:rPr kumimoji="0" lang="pt-PT" altLang="pt-PT" sz="1400" b="0" i="1" u="none" strike="noStrike" cap="none" normalizeH="0" baseline="0" dirty="0">
                <a:ln>
                  <a:noFill/>
                </a:ln>
                <a:effectLst/>
              </a:rPr>
              <a:t> </a:t>
            </a:r>
            <a:r>
              <a:rPr kumimoji="0" lang="pt-PT" altLang="pt-PT" sz="1400" b="0" i="1" u="none" strike="noStrike" cap="none" normalizeH="0" baseline="0" dirty="0" err="1">
                <a:ln>
                  <a:noFill/>
                </a:ln>
                <a:effectLst/>
              </a:rPr>
              <a:t>entrepreneurship</a:t>
            </a:r>
            <a:r>
              <a:rPr kumimoji="0" lang="pt-PT" altLang="pt-PT" sz="1400" b="0" i="1" u="none" strike="noStrike" cap="none" normalizeH="0" baseline="0" dirty="0">
                <a:ln>
                  <a:noFill/>
                </a:ln>
                <a:effectLst/>
              </a:rPr>
              <a:t>”</a:t>
            </a:r>
          </a:p>
          <a:p>
            <a:pPr marL="0" marR="0" lvl="0" indent="0" defTabSz="914400" rtl="0" eaLnBrk="0" fontAlgn="base" latinLnBrk="0" hangingPunct="0">
              <a:lnSpc>
                <a:spcPct val="100000"/>
              </a:lnSpc>
              <a:spcBef>
                <a:spcPct val="0"/>
              </a:spcBef>
              <a:spcAft>
                <a:spcPts val="600"/>
              </a:spcAft>
              <a:buClrTx/>
              <a:buSzTx/>
              <a:tabLst/>
            </a:pPr>
            <a:r>
              <a:rPr kumimoji="0" lang="pt-PT" altLang="pt-PT" sz="1400" b="1" i="0" u="none" strike="noStrike" cap="none" normalizeH="0" baseline="0" dirty="0">
                <a:ln>
                  <a:noFill/>
                </a:ln>
                <a:effectLst/>
              </a:rPr>
              <a:t>Autores do Artigo:</a:t>
            </a:r>
            <a:r>
              <a:rPr kumimoji="0" lang="pt-PT" altLang="pt-PT" sz="1400" b="0" i="0" u="none" strike="noStrike" cap="none" normalizeH="0" baseline="0" dirty="0">
                <a:ln>
                  <a:noFill/>
                </a:ln>
                <a:effectLst/>
              </a:rPr>
              <a:t> </a:t>
            </a:r>
            <a:r>
              <a:rPr kumimoji="0" lang="pt-PT" altLang="pt-PT" sz="1400" b="0" i="0" u="none" strike="noStrike" cap="none" normalizeH="0" baseline="0" dirty="0" err="1">
                <a:ln>
                  <a:noFill/>
                </a:ln>
                <a:effectLst/>
              </a:rPr>
              <a:t>Brij</a:t>
            </a:r>
            <a:r>
              <a:rPr kumimoji="0" lang="pt-PT" altLang="pt-PT" sz="1400" b="0" i="0" u="none" strike="noStrike" cap="none" normalizeH="0" baseline="0" dirty="0">
                <a:ln>
                  <a:noFill/>
                </a:ln>
                <a:effectLst/>
              </a:rPr>
              <a:t> B. Gupta, </a:t>
            </a:r>
            <a:r>
              <a:rPr kumimoji="0" lang="pt-PT" altLang="pt-PT" sz="1400" b="0" i="0" u="none" strike="noStrike" cap="none" normalizeH="0" baseline="0" dirty="0" err="1">
                <a:ln>
                  <a:noFill/>
                </a:ln>
                <a:effectLst/>
              </a:rPr>
              <a:t>Akshat</a:t>
            </a:r>
            <a:r>
              <a:rPr kumimoji="0" lang="pt-PT" altLang="pt-PT" sz="1400" b="0" i="0" u="none" strike="noStrike" cap="none" normalizeH="0" baseline="0" dirty="0">
                <a:ln>
                  <a:noFill/>
                </a:ln>
                <a:effectLst/>
              </a:rPr>
              <a:t> </a:t>
            </a:r>
            <a:r>
              <a:rPr kumimoji="0" lang="pt-PT" altLang="pt-PT" sz="1400" b="0" i="0" u="none" strike="noStrike" cap="none" normalizeH="0" baseline="0" dirty="0" err="1">
                <a:ln>
                  <a:noFill/>
                </a:ln>
                <a:effectLst/>
              </a:rPr>
              <a:t>Gaurav</a:t>
            </a:r>
            <a:r>
              <a:rPr kumimoji="0" lang="pt-PT" altLang="pt-PT" sz="1400" b="0" i="0" u="none" strike="noStrike" cap="none" normalizeH="0" baseline="0" dirty="0">
                <a:ln>
                  <a:noFill/>
                </a:ln>
                <a:effectLst/>
              </a:rPr>
              <a:t>, </a:t>
            </a:r>
            <a:r>
              <a:rPr kumimoji="0" lang="pt-PT" altLang="pt-PT" sz="1400" b="0" i="0" u="none" strike="noStrike" cap="none" normalizeH="0" baseline="0" dirty="0" err="1">
                <a:ln>
                  <a:noFill/>
                </a:ln>
                <a:effectLst/>
              </a:rPr>
              <a:t>Prabin</a:t>
            </a:r>
            <a:r>
              <a:rPr kumimoji="0" lang="pt-PT" altLang="pt-PT" sz="1400" b="0" i="0" u="none" strike="noStrike" cap="none" normalizeH="0" baseline="0" dirty="0">
                <a:ln>
                  <a:noFill/>
                </a:ln>
                <a:effectLst/>
              </a:rPr>
              <a:t> K. </a:t>
            </a:r>
            <a:r>
              <a:rPr kumimoji="0" lang="pt-PT" altLang="pt-PT" sz="1400" b="0" i="0" u="none" strike="noStrike" cap="none" normalizeH="0" baseline="0" dirty="0" err="1">
                <a:ln>
                  <a:noFill/>
                </a:ln>
                <a:effectLst/>
              </a:rPr>
              <a:t>Panigrahi</a:t>
            </a:r>
            <a:r>
              <a:rPr kumimoji="0" lang="pt-PT" altLang="pt-PT" sz="1400" b="0" i="0" u="none" strike="noStrike" cap="none" normalizeH="0" baseline="0" dirty="0">
                <a:ln>
                  <a:noFill/>
                </a:ln>
                <a:effectLst/>
              </a:rPr>
              <a:t>, </a:t>
            </a:r>
            <a:r>
              <a:rPr kumimoji="0" lang="pt-PT" altLang="pt-PT" sz="1400" b="0" i="0" u="none" strike="noStrike" cap="none" normalizeH="0" baseline="0" dirty="0" err="1">
                <a:ln>
                  <a:noFill/>
                </a:ln>
                <a:effectLst/>
              </a:rPr>
              <a:t>Varsha</a:t>
            </a:r>
            <a:r>
              <a:rPr kumimoji="0" lang="pt-PT" altLang="pt-PT" sz="1400" b="0" i="0" u="none" strike="noStrike" cap="none" normalizeH="0" baseline="0" dirty="0">
                <a:ln>
                  <a:noFill/>
                </a:ln>
                <a:effectLst/>
              </a:rPr>
              <a:t> </a:t>
            </a:r>
            <a:r>
              <a:rPr kumimoji="0" lang="pt-PT" altLang="pt-PT" sz="1400" b="0" i="0" u="none" strike="noStrike" cap="none" normalizeH="0" baseline="0" dirty="0" err="1">
                <a:ln>
                  <a:noFill/>
                </a:ln>
                <a:effectLst/>
              </a:rPr>
              <a:t>Arya</a:t>
            </a:r>
            <a:endParaRPr kumimoji="0" lang="pt-PT" altLang="pt-PT" sz="1400" b="0" i="0" u="none" strike="noStrike" cap="none" normalizeH="0" baseline="0" dirty="0">
              <a:ln>
                <a:noFill/>
              </a:ln>
              <a:effectLst/>
            </a:endParaRPr>
          </a:p>
          <a:p>
            <a:pPr marL="0" marR="0" lvl="0" indent="0" defTabSz="914400" rtl="0" eaLnBrk="0" fontAlgn="base" latinLnBrk="0" hangingPunct="0">
              <a:lnSpc>
                <a:spcPct val="100000"/>
              </a:lnSpc>
              <a:spcBef>
                <a:spcPct val="0"/>
              </a:spcBef>
              <a:spcAft>
                <a:spcPts val="600"/>
              </a:spcAft>
              <a:buClrTx/>
              <a:buSzTx/>
              <a:tabLst/>
            </a:pPr>
            <a:r>
              <a:rPr kumimoji="0" lang="pt-PT" altLang="pt-PT" sz="1400" b="1" i="0" u="none" strike="noStrike" cap="none" normalizeH="0" baseline="0" dirty="0">
                <a:ln>
                  <a:noFill/>
                </a:ln>
                <a:effectLst/>
              </a:rPr>
              <a:t>Autores da Recensão:</a:t>
            </a:r>
            <a:r>
              <a:rPr kumimoji="0" lang="pt-PT" altLang="pt-PT" sz="1400" b="0" i="0" u="none" strike="noStrike" cap="none" normalizeH="0" baseline="0" dirty="0">
                <a:ln>
                  <a:noFill/>
                </a:ln>
                <a:effectLst/>
              </a:rPr>
              <a:t> </a:t>
            </a:r>
            <a:r>
              <a:rPr lang="pt-PT" altLang="pt-PT" sz="1400" dirty="0"/>
              <a:t>Diogo Carvalho, Nº90247; Diogo Freitas, Nº90147; Diogo Estriga, Nº81087</a:t>
            </a:r>
            <a:endParaRPr kumimoji="0" lang="pt-PT" altLang="pt-PT" sz="1400" b="0" i="0" u="none" strike="noStrike" cap="none" normalizeH="0" baseline="0" dirty="0">
              <a:ln>
                <a:noFill/>
              </a:ln>
              <a:effectLst/>
            </a:endParaRPr>
          </a:p>
        </p:txBody>
      </p:sp>
      <p:cxnSp>
        <p:nvCxnSpPr>
          <p:cNvPr id="44" name="Straight Connector 43">
            <a:extLst>
              <a:ext uri="{FF2B5EF4-FFF2-40B4-BE49-F238E27FC236}">
                <a16:creationId xmlns:a16="http://schemas.microsoft.com/office/drawing/2014/main" id="{90236859-7780-1451-40B8-74A77E2715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6232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93441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700"/>
                                        <p:tgtEl>
                                          <p:spTgt spid="4">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700"/>
                                        <p:tgtEl>
                                          <p:spTgt spid="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1500"/>
                                  </p:stCondLst>
                                  <p:iterate>
                                    <p:tmPct val="10000"/>
                                  </p:iterate>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7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37A646F-2E6B-0F43-AAD5-F174FF8DA635}"/>
              </a:ext>
            </a:extLst>
          </p:cNvPr>
          <p:cNvSpPr>
            <a:spLocks noGrp="1"/>
          </p:cNvSpPr>
          <p:nvPr>
            <p:ph type="title"/>
          </p:nvPr>
        </p:nvSpPr>
        <p:spPr>
          <a:xfrm>
            <a:off x="704088" y="914400"/>
            <a:ext cx="3914776" cy="3977269"/>
          </a:xfrm>
        </p:spPr>
        <p:txBody>
          <a:bodyPr>
            <a:normAutofit/>
          </a:bodyPr>
          <a:lstStyle/>
          <a:p>
            <a:r>
              <a:rPr lang="pt-PT" dirty="0"/>
              <a:t>Identificação da obra</a:t>
            </a:r>
          </a:p>
        </p:txBody>
      </p:sp>
      <p:cxnSp>
        <p:nvCxnSpPr>
          <p:cNvPr id="21" name="Straight Connector 20">
            <a:extLst>
              <a:ext uri="{FF2B5EF4-FFF2-40B4-BE49-F238E27FC236}">
                <a16:creationId xmlns:a16="http://schemas.microsoft.com/office/drawing/2014/main" id="{4BFD5B9F-5FB6-467D-83D5-DF82F1907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Rectangle 1">
            <a:extLst>
              <a:ext uri="{FF2B5EF4-FFF2-40B4-BE49-F238E27FC236}">
                <a16:creationId xmlns:a16="http://schemas.microsoft.com/office/drawing/2014/main" id="{FB848593-743B-096D-8DFD-D1847607CA73}"/>
              </a:ext>
            </a:extLst>
          </p:cNvPr>
          <p:cNvGraphicFramePr>
            <a:graphicFrameLocks noGrp="1"/>
          </p:cNvGraphicFramePr>
          <p:nvPr>
            <p:ph idx="1"/>
            <p:extLst>
              <p:ext uri="{D42A27DB-BD31-4B8C-83A1-F6EECF244321}">
                <p14:modId xmlns:p14="http://schemas.microsoft.com/office/powerpoint/2010/main" val="732658097"/>
              </p:ext>
            </p:extLst>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990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6" name="Rectangle 14345">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BBB287B-3074-2F0A-BE04-56A17851357F}"/>
              </a:ext>
            </a:extLst>
          </p:cNvPr>
          <p:cNvSpPr>
            <a:spLocks noGrp="1"/>
          </p:cNvSpPr>
          <p:nvPr>
            <p:ph type="title"/>
          </p:nvPr>
        </p:nvSpPr>
        <p:spPr>
          <a:xfrm>
            <a:off x="700088" y="909637"/>
            <a:ext cx="5958216" cy="1316736"/>
          </a:xfrm>
        </p:spPr>
        <p:txBody>
          <a:bodyPr>
            <a:normAutofit/>
          </a:bodyPr>
          <a:lstStyle/>
          <a:p>
            <a:r>
              <a:rPr lang="pt-PT" sz="3700"/>
              <a:t>Autores e dados biográficos relevantes</a:t>
            </a:r>
          </a:p>
        </p:txBody>
      </p:sp>
      <p:cxnSp>
        <p:nvCxnSpPr>
          <p:cNvPr id="14348" name="Straight Connector 14347">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538E7FFB-9C90-60F0-1C0F-59D45A4B4CE1}"/>
              </a:ext>
            </a:extLst>
          </p:cNvPr>
          <p:cNvSpPr>
            <a:spLocks noGrp="1" noChangeArrowheads="1"/>
          </p:cNvSpPr>
          <p:nvPr>
            <p:ph idx="1"/>
          </p:nvPr>
        </p:nvSpPr>
        <p:spPr bwMode="auto">
          <a:xfrm>
            <a:off x="700088" y="2235251"/>
            <a:ext cx="5958216" cy="371310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600" b="1" i="0" u="none" strike="noStrike" cap="none" normalizeH="0" baseline="0" dirty="0" err="1">
                <a:ln>
                  <a:noFill/>
                </a:ln>
                <a:effectLst/>
                <a:latin typeface="Arial" panose="020B0604020202020204" pitchFamily="34" charset="0"/>
              </a:rPr>
              <a:t>Brij</a:t>
            </a:r>
            <a:r>
              <a:rPr kumimoji="0" lang="pt-PT" altLang="pt-PT" sz="1600" b="1" i="0" u="none" strike="noStrike" cap="none" normalizeH="0" baseline="0" dirty="0">
                <a:ln>
                  <a:noFill/>
                </a:ln>
                <a:effectLst/>
                <a:latin typeface="Arial" panose="020B0604020202020204" pitchFamily="34" charset="0"/>
              </a:rPr>
              <a:t> B. Gupta:</a:t>
            </a:r>
            <a:r>
              <a:rPr kumimoji="0" lang="pt-PT" altLang="pt-PT" sz="1600" b="0" i="0" u="none" strike="noStrike" cap="none" normalizeH="0" baseline="0" dirty="0">
                <a:ln>
                  <a:noFill/>
                </a:ln>
                <a:effectLst/>
                <a:latin typeface="Arial" panose="020B0604020202020204" pitchFamily="34" charset="0"/>
              </a:rPr>
              <a:t> Professor do Departamento de Ciência da Computação na Asia </a:t>
            </a:r>
            <a:r>
              <a:rPr kumimoji="0" lang="pt-PT" altLang="pt-PT" sz="1600" b="0" i="0" u="none" strike="noStrike" cap="none" normalizeH="0" baseline="0" dirty="0" err="1">
                <a:ln>
                  <a:noFill/>
                </a:ln>
                <a:effectLst/>
                <a:latin typeface="Arial" panose="020B0604020202020204" pitchFamily="34" charset="0"/>
              </a:rPr>
              <a:t>University</a:t>
            </a:r>
            <a:r>
              <a:rPr kumimoji="0" lang="pt-PT" altLang="pt-PT" sz="1600" b="0" i="0" u="none" strike="noStrike" cap="none" normalizeH="0" baseline="0" dirty="0">
                <a:ln>
                  <a:noFill/>
                </a:ln>
                <a:effectLst/>
                <a:latin typeface="Arial" panose="020B0604020202020204" pitchFamily="34" charset="0"/>
              </a:rPr>
              <a:t> (Taichung, Taiwan) e na </a:t>
            </a:r>
            <a:r>
              <a:rPr kumimoji="0" lang="pt-PT" altLang="pt-PT" sz="1600" b="0" i="0" u="none" strike="noStrike" cap="none" normalizeH="0" baseline="0" dirty="0" err="1">
                <a:ln>
                  <a:noFill/>
                </a:ln>
                <a:effectLst/>
                <a:latin typeface="Arial" panose="020B0604020202020204" pitchFamily="34" charset="0"/>
              </a:rPr>
              <a:t>Lebanese</a:t>
            </a:r>
            <a:r>
              <a:rPr kumimoji="0" lang="pt-PT" altLang="pt-PT" sz="1600" b="0" i="0" u="none" strike="noStrike" cap="none" normalizeH="0" baseline="0" dirty="0">
                <a:ln>
                  <a:noFill/>
                </a:ln>
                <a:effectLst/>
                <a:latin typeface="Arial" panose="020B0604020202020204" pitchFamily="34" charset="0"/>
              </a:rPr>
              <a:t> </a:t>
            </a:r>
            <a:r>
              <a:rPr kumimoji="0" lang="pt-PT" altLang="pt-PT" sz="1600" b="0" i="0" u="none" strike="noStrike" cap="none" normalizeH="0" baseline="0" dirty="0" err="1">
                <a:ln>
                  <a:noFill/>
                </a:ln>
                <a:effectLst/>
                <a:latin typeface="Arial" panose="020B0604020202020204" pitchFamily="34" charset="0"/>
              </a:rPr>
              <a:t>American</a:t>
            </a:r>
            <a:r>
              <a:rPr kumimoji="0" lang="pt-PT" altLang="pt-PT" sz="1600" b="0" i="0" u="none" strike="noStrike" cap="none" normalizeH="0" baseline="0" dirty="0">
                <a:ln>
                  <a:noFill/>
                </a:ln>
                <a:effectLst/>
                <a:latin typeface="Arial" panose="020B0604020202020204" pitchFamily="34" charset="0"/>
              </a:rPr>
              <a:t> </a:t>
            </a:r>
            <a:r>
              <a:rPr kumimoji="0" lang="pt-PT" altLang="pt-PT" sz="1600" b="0" i="0" u="none" strike="noStrike" cap="none" normalizeH="0" baseline="0" dirty="0" err="1">
                <a:ln>
                  <a:noFill/>
                </a:ln>
                <a:effectLst/>
                <a:latin typeface="Arial" panose="020B0604020202020204" pitchFamily="34" charset="0"/>
              </a:rPr>
              <a:t>University</a:t>
            </a:r>
            <a:r>
              <a:rPr kumimoji="0" lang="pt-PT" altLang="pt-PT" sz="1600" b="0" i="0" u="none" strike="noStrike" cap="none" normalizeH="0" baseline="0" dirty="0">
                <a:ln>
                  <a:noFill/>
                </a:ln>
                <a:effectLst/>
                <a:latin typeface="Arial" panose="020B0604020202020204" pitchFamily="34" charset="0"/>
              </a:rPr>
              <a:t>; doutorado pelo IIT </a:t>
            </a:r>
            <a:r>
              <a:rPr kumimoji="0" lang="pt-PT" altLang="pt-PT" sz="1600" b="0" i="0" u="none" strike="noStrike" cap="none" normalizeH="0" baseline="0" dirty="0" err="1">
                <a:ln>
                  <a:noFill/>
                </a:ln>
                <a:effectLst/>
                <a:latin typeface="Arial" panose="020B0604020202020204" pitchFamily="34" charset="0"/>
              </a:rPr>
              <a:t>Roorkee</a:t>
            </a:r>
            <a:r>
              <a:rPr kumimoji="0" lang="pt-PT" altLang="pt-PT" sz="1600" b="0" i="0" u="none" strike="noStrike" cap="none" normalizeH="0" baseline="0" dirty="0">
                <a:ln>
                  <a:noFill/>
                </a:ln>
                <a:effectLst/>
                <a:latin typeface="Arial" panose="020B0604020202020204" pitchFamily="34" charset="0"/>
              </a:rPr>
              <a:t> (Índia); autor prolífico (mais de 475 publicações, 30 livros, 10 patentes). Áreas de investigação: segurança informática, </a:t>
            </a:r>
            <a:r>
              <a:rPr kumimoji="0" lang="pt-PT" altLang="pt-PT" sz="1600" b="0" i="1" u="none" strike="noStrike" cap="none" normalizeH="0" baseline="0" dirty="0">
                <a:ln>
                  <a:noFill/>
                </a:ln>
                <a:effectLst/>
                <a:latin typeface="Arial" panose="020B0604020202020204" pitchFamily="34" charset="0"/>
              </a:rPr>
              <a:t>cyber-</a:t>
            </a:r>
            <a:r>
              <a:rPr kumimoji="0" lang="pt-PT" altLang="pt-PT" sz="1600" b="0" i="1" u="none" strike="noStrike" cap="none" normalizeH="0" baseline="0" dirty="0" err="1">
                <a:ln>
                  <a:noFill/>
                </a:ln>
                <a:effectLst/>
                <a:latin typeface="Arial" panose="020B0604020202020204" pitchFamily="34" charset="0"/>
              </a:rPr>
              <a:t>physical</a:t>
            </a:r>
            <a:r>
              <a:rPr kumimoji="0" lang="pt-PT" altLang="pt-PT" sz="1600" b="0" i="1" u="none" strike="noStrike" cap="none" normalizeH="0" baseline="0" dirty="0">
                <a:ln>
                  <a:noFill/>
                </a:ln>
                <a:effectLst/>
                <a:latin typeface="Arial" panose="020B0604020202020204" pitchFamily="34" charset="0"/>
              </a:rPr>
              <a:t> </a:t>
            </a:r>
            <a:r>
              <a:rPr kumimoji="0" lang="pt-PT" altLang="pt-PT" sz="1600" b="0" i="1" u="none" strike="noStrike" cap="none" normalizeH="0" baseline="0" dirty="0" err="1">
                <a:ln>
                  <a:noFill/>
                </a:ln>
                <a:effectLst/>
                <a:latin typeface="Arial" panose="020B0604020202020204" pitchFamily="34" charset="0"/>
              </a:rPr>
              <a:t>systems</a:t>
            </a:r>
            <a:r>
              <a:rPr kumimoji="0" lang="pt-PT" altLang="pt-PT" sz="1600" b="0" i="0" u="none" strike="noStrike" cap="none" normalizeH="0" baseline="0" dirty="0">
                <a:ln>
                  <a:noFill/>
                </a:ln>
                <a:effectLst/>
                <a:latin typeface="Arial" panose="020B0604020202020204" pitchFamily="34" charset="0"/>
              </a:rPr>
              <a:t>, computação na nuvem, blockchain, inteligência artificial, redes sociais e </a:t>
            </a:r>
            <a:r>
              <a:rPr kumimoji="0" lang="pt-PT" altLang="pt-PT" sz="1600" b="0" i="0" u="none" strike="noStrike" cap="none" normalizeH="0" baseline="0" dirty="0" err="1">
                <a:ln>
                  <a:noFill/>
                </a:ln>
                <a:effectLst/>
                <a:latin typeface="Arial" panose="020B0604020202020204" pitchFamily="34" charset="0"/>
              </a:rPr>
              <a:t>IoT</a:t>
            </a:r>
            <a:r>
              <a:rPr kumimoji="0" lang="pt-PT" altLang="pt-PT" sz="1600" b="0" i="0" u="none" strike="noStrike" cap="none" normalizeH="0" baseline="0" dirty="0">
                <a:ln>
                  <a:noFill/>
                </a:ln>
                <a:effectLst/>
                <a:latin typeface="Arial" panose="020B0604020202020204" pitchFamily="34" charset="0"/>
              </a:rPr>
              <a:t>.</a:t>
            </a:r>
          </a:p>
          <a:p>
            <a:pPr marL="0" indent="0" eaLnBrk="0" fontAlgn="base" hangingPunct="0">
              <a:lnSpc>
                <a:spcPct val="100000"/>
              </a:lnSpc>
              <a:spcBef>
                <a:spcPct val="0"/>
              </a:spcBef>
              <a:spcAft>
                <a:spcPts val="600"/>
              </a:spcAft>
              <a:buFontTx/>
              <a:buChar char="•"/>
            </a:pPr>
            <a:r>
              <a:rPr lang="pt-PT" sz="1600" b="1" dirty="0" err="1"/>
              <a:t>Prabin</a:t>
            </a:r>
            <a:r>
              <a:rPr lang="pt-PT" sz="1600" b="1" dirty="0"/>
              <a:t> K. </a:t>
            </a:r>
            <a:r>
              <a:rPr lang="pt-PT" sz="1600" b="1" dirty="0" err="1"/>
              <a:t>Panigrahi</a:t>
            </a:r>
            <a:r>
              <a:rPr lang="pt-PT" sz="1600" b="1" dirty="0"/>
              <a:t>:</a:t>
            </a:r>
            <a:r>
              <a:rPr lang="pt-PT" sz="1600" dirty="0"/>
              <a:t> Professor do Departamento de Sistemas de Informação no </a:t>
            </a:r>
            <a:r>
              <a:rPr lang="pt-PT" sz="1600" dirty="0" err="1"/>
              <a:t>Indian</a:t>
            </a:r>
            <a:r>
              <a:rPr lang="pt-PT" sz="1600" dirty="0"/>
              <a:t> </a:t>
            </a:r>
            <a:r>
              <a:rPr lang="pt-PT" sz="1600" dirty="0" err="1"/>
              <a:t>Institute</a:t>
            </a:r>
            <a:r>
              <a:rPr lang="pt-PT" sz="1600" dirty="0"/>
              <a:t> </a:t>
            </a:r>
            <a:r>
              <a:rPr lang="pt-PT" sz="1600" dirty="0" err="1"/>
              <a:t>of</a:t>
            </a:r>
            <a:r>
              <a:rPr lang="pt-PT" sz="1600" dirty="0"/>
              <a:t> Management </a:t>
            </a:r>
            <a:r>
              <a:rPr lang="pt-PT" sz="1600" dirty="0" err="1"/>
              <a:t>Indore</a:t>
            </a:r>
            <a:r>
              <a:rPr lang="pt-PT" sz="1600" dirty="0"/>
              <a:t> (Índia); doutorado pelo IIT </a:t>
            </a:r>
            <a:r>
              <a:rPr lang="pt-PT" sz="1600" dirty="0" err="1"/>
              <a:t>Kharagpur</a:t>
            </a:r>
            <a:r>
              <a:rPr lang="pt-PT" sz="1600" dirty="0"/>
              <a:t> (Índia). Investiga tecnologias emergentes, aprendizagem automática, inteligência artificial, adoção de tecnologia e governação digital.</a:t>
            </a:r>
            <a:endParaRPr lang="en-US" sz="1600" dirty="0"/>
          </a:p>
        </p:txBody>
      </p:sp>
      <p:pic>
        <p:nvPicPr>
          <p:cNvPr id="14339" name="Picture 3" descr="Computer Science &amp; Information Engineering">
            <a:extLst>
              <a:ext uri="{FF2B5EF4-FFF2-40B4-BE49-F238E27FC236}">
                <a16:creationId xmlns:a16="http://schemas.microsoft.com/office/drawing/2014/main" id="{789AFEED-CB0C-1951-EF8F-95A5C5933A5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360749" y="719455"/>
            <a:ext cx="1985602" cy="2596557"/>
          </a:xfrm>
          <a:prstGeom prst="rect">
            <a:avLst/>
          </a:prstGeom>
          <a:noFill/>
          <a:extLst>
            <a:ext uri="{909E8E84-426E-40DD-AFC4-6F175D3DCCD1}">
              <a14:hiddenFill xmlns:a14="http://schemas.microsoft.com/office/drawing/2010/main">
                <a:solidFill>
                  <a:srgbClr val="FFFFFF"/>
                </a:solidFill>
              </a14:hiddenFill>
            </a:ext>
          </a:extLst>
        </p:spPr>
      </p:pic>
      <p:cxnSp>
        <p:nvCxnSpPr>
          <p:cNvPr id="14350" name="Straight Connector 14349">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3" descr="facility overview img">
            <a:extLst>
              <a:ext uri="{FF2B5EF4-FFF2-40B4-BE49-F238E27FC236}">
                <a16:creationId xmlns:a16="http://schemas.microsoft.com/office/drawing/2014/main" id="{ABFFCFF1-F0BC-ACC8-B287-2EA402783A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6071" y="3724144"/>
            <a:ext cx="2367863" cy="222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4494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C06B54E-7956-B0B5-805B-492D8100B9AB}"/>
              </a:ext>
            </a:extLst>
          </p:cNvPr>
          <p:cNvSpPr>
            <a:spLocks noGrp="1"/>
          </p:cNvSpPr>
          <p:nvPr>
            <p:ph type="title"/>
          </p:nvPr>
        </p:nvSpPr>
        <p:spPr>
          <a:xfrm>
            <a:off x="704088" y="914400"/>
            <a:ext cx="3914776" cy="3977269"/>
          </a:xfrm>
        </p:spPr>
        <p:txBody>
          <a:bodyPr>
            <a:normAutofit/>
          </a:bodyPr>
          <a:lstStyle/>
          <a:p>
            <a:r>
              <a:rPr lang="pt-PT" dirty="0"/>
              <a:t>Autores e dados biográficos relevantes</a:t>
            </a:r>
          </a:p>
        </p:txBody>
      </p:sp>
      <p:cxnSp>
        <p:nvCxnSpPr>
          <p:cNvPr id="12" name="Straight Connector 11">
            <a:extLst>
              <a:ext uri="{FF2B5EF4-FFF2-40B4-BE49-F238E27FC236}">
                <a16:creationId xmlns:a16="http://schemas.microsoft.com/office/drawing/2014/main" id="{4BFD5B9F-5FB6-467D-83D5-DF82F1907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8F3718B1-B913-BE58-8E6A-F8D91B72AF09}"/>
              </a:ext>
            </a:extLst>
          </p:cNvPr>
          <p:cNvGraphicFramePr>
            <a:graphicFrameLocks noGrp="1"/>
          </p:cNvGraphicFramePr>
          <p:nvPr>
            <p:ph idx="1"/>
            <p:extLst>
              <p:ext uri="{D42A27DB-BD31-4B8C-83A1-F6EECF244321}">
                <p14:modId xmlns:p14="http://schemas.microsoft.com/office/powerpoint/2010/main" val="2137547383"/>
              </p:ext>
            </p:extLst>
          </p:nvPr>
        </p:nvGraphicFramePr>
        <p:xfrm>
          <a:off x="5219952" y="723900"/>
          <a:ext cx="6171948" cy="5499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5365" name="Picture 5" descr="Image of author Varsha Arya">
            <a:extLst>
              <a:ext uri="{FF2B5EF4-FFF2-40B4-BE49-F238E27FC236}">
                <a16:creationId xmlns:a16="http://schemas.microsoft.com/office/drawing/2014/main" id="{32BA853C-28D3-9A46-67EE-BC0F7138E1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89473" y="1831397"/>
            <a:ext cx="1278082" cy="159760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5" descr="AKSHAT GAURAV - Independent Researcher">
            <a:extLst>
              <a:ext uri="{FF2B5EF4-FFF2-40B4-BE49-F238E27FC236}">
                <a16:creationId xmlns:a16="http://schemas.microsoft.com/office/drawing/2014/main" id="{CE0CAA6B-D24E-5952-A538-392DEE0D1F73}"/>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5770965" y="1703481"/>
            <a:ext cx="1671328" cy="1671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149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605D30B-FD98-2127-55C0-DCDD7448B590}"/>
              </a:ext>
            </a:extLst>
          </p:cNvPr>
          <p:cNvSpPr>
            <a:spLocks noGrp="1"/>
          </p:cNvSpPr>
          <p:nvPr>
            <p:ph type="title"/>
          </p:nvPr>
        </p:nvSpPr>
        <p:spPr>
          <a:xfrm>
            <a:off x="700088" y="909637"/>
            <a:ext cx="6400800" cy="1307592"/>
          </a:xfrm>
        </p:spPr>
        <p:txBody>
          <a:bodyPr>
            <a:normAutofit/>
          </a:bodyPr>
          <a:lstStyle/>
          <a:p>
            <a:r>
              <a:rPr lang="pt-PT"/>
              <a:t>Contextualização</a:t>
            </a:r>
            <a:endParaRPr lang="pt-PT" dirty="0"/>
          </a:p>
        </p:txBody>
      </p:sp>
      <p:cxnSp>
        <p:nvCxnSpPr>
          <p:cNvPr id="62" name="Straight Connector 6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Rectangle 1">
            <a:extLst>
              <a:ext uri="{FF2B5EF4-FFF2-40B4-BE49-F238E27FC236}">
                <a16:creationId xmlns:a16="http://schemas.microsoft.com/office/drawing/2014/main" id="{F871CB68-84B0-6BD7-0130-5C0609AC377B}"/>
              </a:ext>
            </a:extLst>
          </p:cNvPr>
          <p:cNvSpPr>
            <a:spLocks noGrp="1" noChangeArrowheads="1"/>
          </p:cNvSpPr>
          <p:nvPr>
            <p:ph idx="1"/>
          </p:nvPr>
        </p:nvSpPr>
        <p:spPr bwMode="auto">
          <a:xfrm>
            <a:off x="700088" y="2221992"/>
            <a:ext cx="6400800" cy="373989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1" i="0" u="none" strike="noStrike" cap="none" normalizeH="0" baseline="0">
                <a:ln>
                  <a:noFill/>
                </a:ln>
                <a:effectLst/>
                <a:latin typeface="Arial" panose="020B0604020202020204" pitchFamily="34" charset="0"/>
              </a:rPr>
              <a:t>Empreendedorismo sustentável:</a:t>
            </a:r>
            <a:r>
              <a:rPr kumimoji="0" lang="pt-PT" altLang="pt-PT" sz="1400" b="0" i="0" u="none" strike="noStrike" cap="none" normalizeH="0" baseline="0">
                <a:ln>
                  <a:noFill/>
                </a:ln>
                <a:effectLst/>
                <a:latin typeface="Arial" panose="020B0604020202020204" pitchFamily="34" charset="0"/>
              </a:rPr>
              <a:t> modelo de negócio que integra objetivos económicos, sociais e ecológicos (abordagem </a:t>
            </a:r>
            <a:r>
              <a:rPr kumimoji="0" lang="pt-PT" altLang="pt-PT" sz="1400" b="0" i="1" u="none" strike="noStrike" cap="none" normalizeH="0" baseline="0">
                <a:ln>
                  <a:noFill/>
                </a:ln>
                <a:effectLst/>
                <a:latin typeface="Arial" panose="020B0604020202020204" pitchFamily="34" charset="0"/>
              </a:rPr>
              <a:t>triple </a:t>
            </a:r>
            <a:r>
              <a:rPr kumimoji="0" lang="pt-PT" altLang="pt-PT" sz="1400" b="0" i="1" u="none" strike="noStrike" cap="none" normalizeH="0" baseline="0" err="1">
                <a:ln>
                  <a:noFill/>
                </a:ln>
                <a:effectLst/>
                <a:latin typeface="Arial" panose="020B0604020202020204" pitchFamily="34" charset="0"/>
              </a:rPr>
              <a:t>bottom</a:t>
            </a:r>
            <a:r>
              <a:rPr kumimoji="0" lang="pt-PT" altLang="pt-PT" sz="1400" b="0" i="1" u="none" strike="noStrike" cap="none" normalizeH="0" baseline="0">
                <a:ln>
                  <a:noFill/>
                </a:ln>
                <a:effectLst/>
                <a:latin typeface="Arial" panose="020B0604020202020204" pitchFamily="34" charset="0"/>
              </a:rPr>
              <a:t> </a:t>
            </a:r>
            <a:r>
              <a:rPr kumimoji="0" lang="pt-PT" altLang="pt-PT" sz="1400" b="0" i="1" u="none" strike="noStrike" cap="none" normalizeH="0" baseline="0" err="1">
                <a:ln>
                  <a:noFill/>
                </a:ln>
                <a:effectLst/>
                <a:latin typeface="Arial" panose="020B0604020202020204" pitchFamily="34" charset="0"/>
              </a:rPr>
              <a:t>line</a:t>
            </a:r>
            <a:r>
              <a:rPr kumimoji="0" lang="pt-PT" altLang="pt-PT" sz="1400" b="0" i="0" u="none" strike="noStrike" cap="none" normalizeH="0" baseline="0">
                <a:ln>
                  <a:noFill/>
                </a:ln>
                <a:effectLst/>
                <a:latin typeface="Arial" panose="020B0604020202020204" pitchFamily="34" charset="0"/>
              </a:rPr>
              <a:t>). Combina desenvolvimento económico com responsabilidade ambiental e social.</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1" i="0" u="none" strike="noStrike" cap="none" normalizeH="0" baseline="0">
                <a:ln>
                  <a:noFill/>
                </a:ln>
                <a:effectLst/>
                <a:latin typeface="Arial" panose="020B0604020202020204" pitchFamily="34" charset="0"/>
              </a:rPr>
              <a:t>Relevância:</a:t>
            </a:r>
            <a:r>
              <a:rPr kumimoji="0" lang="pt-PT" altLang="pt-PT" sz="1400" b="0" i="0" u="none" strike="noStrike" cap="none" normalizeH="0" baseline="0">
                <a:ln>
                  <a:noFill/>
                </a:ln>
                <a:effectLst/>
                <a:latin typeface="Arial" panose="020B0604020202020204" pitchFamily="34" charset="0"/>
              </a:rPr>
              <a:t> abordar desafios ambientais globais (e.g., mudanças climáticas) requer inovações empresariais sustentáveis. O tema é emergente, destacando a necessidade de inovações tecnológicas que promovam a sustentabilidade.</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1" i="0" u="none" strike="noStrike" cap="none" normalizeH="0" baseline="0">
                <a:ln>
                  <a:noFill/>
                </a:ln>
                <a:effectLst/>
                <a:latin typeface="Arial" panose="020B0604020202020204" pitchFamily="34" charset="0"/>
              </a:rPr>
              <a:t>IA e sustentabilidade:</a:t>
            </a:r>
            <a:r>
              <a:rPr kumimoji="0" lang="pt-PT" altLang="pt-PT" sz="1400" b="0" i="0" u="none" strike="noStrike" cap="none" normalizeH="0" baseline="0">
                <a:ln>
                  <a:noFill/>
                </a:ln>
                <a:effectLst/>
                <a:latin typeface="Arial" panose="020B0604020202020204" pitchFamily="34" charset="0"/>
              </a:rPr>
              <a:t> a IA vem sendo apontada como ferramenta-chave para otimizar recursos e auxiliar decisões empresariais mais sustentáveis. Por exemplo, algoritmos de </a:t>
            </a:r>
            <a:r>
              <a:rPr kumimoji="0" lang="pt-PT" altLang="pt-PT" sz="1400" b="0" i="1" u="none" strike="noStrike" cap="none" normalizeH="0" baseline="0" err="1">
                <a:ln>
                  <a:noFill/>
                </a:ln>
                <a:effectLst/>
                <a:latin typeface="Arial" panose="020B0604020202020204" pitchFamily="34" charset="0"/>
              </a:rPr>
              <a:t>machine</a:t>
            </a:r>
            <a:r>
              <a:rPr kumimoji="0" lang="pt-PT" altLang="pt-PT" sz="1400" b="0" i="1" u="none" strike="noStrike" cap="none" normalizeH="0" baseline="0">
                <a:ln>
                  <a:noFill/>
                </a:ln>
                <a:effectLst/>
                <a:latin typeface="Arial" panose="020B0604020202020204" pitchFamily="34" charset="0"/>
              </a:rPr>
              <a:t> </a:t>
            </a:r>
            <a:r>
              <a:rPr kumimoji="0" lang="pt-PT" altLang="pt-PT" sz="1400" b="0" i="1" u="none" strike="noStrike" cap="none" normalizeH="0" baseline="0" err="1">
                <a:ln>
                  <a:noFill/>
                </a:ln>
                <a:effectLst/>
                <a:latin typeface="Arial" panose="020B0604020202020204" pitchFamily="34" charset="0"/>
              </a:rPr>
              <a:t>learning</a:t>
            </a:r>
            <a:r>
              <a:rPr kumimoji="0" lang="pt-PT" altLang="pt-PT" sz="1400" b="0" i="0" u="none" strike="noStrike" cap="none" normalizeH="0" baseline="0">
                <a:ln>
                  <a:noFill/>
                </a:ln>
                <a:effectLst/>
                <a:latin typeface="Arial" panose="020B0604020202020204" pitchFamily="34" charset="0"/>
              </a:rPr>
              <a:t> e análises preditivas criam novos insights para estratégias empresariais ambientalmente conscientes.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1" i="0" u="none" strike="noStrike" cap="none" normalizeH="0" baseline="0">
                <a:ln>
                  <a:noFill/>
                </a:ln>
                <a:effectLst/>
                <a:latin typeface="Arial" panose="020B0604020202020204" pitchFamily="34" charset="0"/>
              </a:rPr>
              <a:t>Contexto atual:</a:t>
            </a:r>
            <a:r>
              <a:rPr kumimoji="0" lang="pt-PT" altLang="pt-PT" sz="1400" b="0" i="0" u="none" strike="noStrike" cap="none" normalizeH="0" baseline="0">
                <a:ln>
                  <a:noFill/>
                </a:ln>
                <a:effectLst/>
                <a:latin typeface="Arial" panose="020B0604020202020204" pitchFamily="34" charset="0"/>
              </a:rPr>
              <a:t> Crescimento recente do interesse académico na interseção IA + sustentabilidade, especialmente em economias emergentes. Estudo ilumina lacunas e oportunidades neste campo interdisciplinar.</a:t>
            </a:r>
          </a:p>
        </p:txBody>
      </p:sp>
      <p:pic>
        <p:nvPicPr>
          <p:cNvPr id="7" name="Imagem 6">
            <a:extLst>
              <a:ext uri="{FF2B5EF4-FFF2-40B4-BE49-F238E27FC236}">
                <a16:creationId xmlns:a16="http://schemas.microsoft.com/office/drawing/2014/main" id="{3AEA4634-06FF-3784-DD81-DB38602ACABB}"/>
              </a:ext>
            </a:extLst>
          </p:cNvPr>
          <p:cNvPicPr>
            <a:picLocks noChangeAspect="1"/>
          </p:cNvPicPr>
          <p:nvPr/>
        </p:nvPicPr>
        <p:blipFill>
          <a:blip r:embed="rId2"/>
          <a:stretch>
            <a:fillRect/>
          </a:stretch>
        </p:blipFill>
        <p:spPr>
          <a:xfrm>
            <a:off x="7487920" y="2160821"/>
            <a:ext cx="3903980" cy="3845420"/>
          </a:xfrm>
          <a:prstGeom prst="rect">
            <a:avLst/>
          </a:prstGeom>
        </p:spPr>
      </p:pic>
      <p:cxnSp>
        <p:nvCxnSpPr>
          <p:cNvPr id="64" name="Straight Connector 6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4845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53B4587-F40E-20BD-4B86-8160A9021746}"/>
              </a:ext>
            </a:extLst>
          </p:cNvPr>
          <p:cNvSpPr>
            <a:spLocks noGrp="1"/>
          </p:cNvSpPr>
          <p:nvPr>
            <p:ph type="title"/>
          </p:nvPr>
        </p:nvSpPr>
        <p:spPr>
          <a:xfrm>
            <a:off x="700088" y="909637"/>
            <a:ext cx="6400800" cy="1307592"/>
          </a:xfrm>
        </p:spPr>
        <p:txBody>
          <a:bodyPr>
            <a:normAutofit/>
          </a:bodyPr>
          <a:lstStyle/>
          <a:p>
            <a:pPr>
              <a:lnSpc>
                <a:spcPct val="90000"/>
              </a:lnSpc>
            </a:pPr>
            <a:r>
              <a:rPr lang="pt-PT" dirty="0"/>
              <a:t>Objetivo e metodologia do artigo</a:t>
            </a:r>
            <a:endParaRPr lang="pt-PT"/>
          </a:p>
        </p:txBody>
      </p:sp>
      <p:cxnSp>
        <p:nvCxnSpPr>
          <p:cNvPr id="40" name="Straight Connector 39">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3">
            <a:extLst>
              <a:ext uri="{FF2B5EF4-FFF2-40B4-BE49-F238E27FC236}">
                <a16:creationId xmlns:a16="http://schemas.microsoft.com/office/drawing/2014/main" id="{A6034D88-C01C-77E7-0121-92652F871F5D}"/>
              </a:ext>
            </a:extLst>
          </p:cNvPr>
          <p:cNvSpPr>
            <a:spLocks noGrp="1" noChangeArrowheads="1"/>
          </p:cNvSpPr>
          <p:nvPr>
            <p:ph idx="1"/>
          </p:nvPr>
        </p:nvSpPr>
        <p:spPr bwMode="auto">
          <a:xfrm>
            <a:off x="700088" y="2221992"/>
            <a:ext cx="6400800" cy="373989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600" b="1" i="0" u="none" strike="noStrike" cap="none" normalizeH="0" baseline="0" dirty="0">
                <a:ln>
                  <a:noFill/>
                </a:ln>
                <a:effectLst/>
                <a:latin typeface="Arial" panose="020B0604020202020204" pitchFamily="34" charset="0"/>
              </a:rPr>
              <a:t>Objetivo:</a:t>
            </a:r>
            <a:r>
              <a:rPr kumimoji="0" lang="pt-PT" altLang="pt-PT" sz="1600" b="0" i="0" u="none" strike="noStrike" cap="none" normalizeH="0" baseline="0" dirty="0">
                <a:ln>
                  <a:noFill/>
                </a:ln>
                <a:effectLst/>
                <a:latin typeface="Arial" panose="020B0604020202020204" pitchFamily="34" charset="0"/>
              </a:rPr>
              <a:t> destacar o papel crucial da IA no apoio ao desenvolvimento sustentável, especificamente no contexto do empreendedorismo sustentável. Investigar como tecnologias baseadas em IA influenciam práticas empreendedoras sustentáveis.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600" b="1" i="0" u="none" strike="noStrike" cap="none" normalizeH="0" baseline="0" dirty="0">
                <a:ln>
                  <a:noFill/>
                </a:ln>
                <a:effectLst/>
                <a:latin typeface="Arial" panose="020B0604020202020204" pitchFamily="34" charset="0"/>
              </a:rPr>
              <a:t>Fontes de dados:</a:t>
            </a:r>
            <a:r>
              <a:rPr kumimoji="0" lang="pt-PT" altLang="pt-PT" sz="1600" b="0" i="0" u="none" strike="noStrike" cap="none" normalizeH="0" baseline="0" dirty="0">
                <a:ln>
                  <a:noFill/>
                </a:ln>
                <a:effectLst/>
                <a:latin typeface="Arial" panose="020B0604020202020204" pitchFamily="34" charset="0"/>
              </a:rPr>
              <a:t> base </a:t>
            </a:r>
            <a:r>
              <a:rPr kumimoji="0" lang="pt-PT" altLang="pt-PT" sz="1600" b="0" i="0" u="none" strike="noStrike" cap="none" normalizeH="0" baseline="0" dirty="0" err="1">
                <a:ln>
                  <a:noFill/>
                </a:ln>
                <a:effectLst/>
                <a:latin typeface="Arial" panose="020B0604020202020204" pitchFamily="34" charset="0"/>
              </a:rPr>
              <a:t>Scopus</a:t>
            </a:r>
            <a:r>
              <a:rPr kumimoji="0" lang="pt-PT" altLang="pt-PT" sz="1600" b="0" i="0" u="none" strike="noStrike" cap="none" normalizeH="0" baseline="0" dirty="0">
                <a:ln>
                  <a:noFill/>
                </a:ln>
                <a:effectLst/>
                <a:latin typeface="Arial" panose="020B0604020202020204" pitchFamily="34" charset="0"/>
              </a:rPr>
              <a:t> (1994–2022) – </a:t>
            </a:r>
            <a:r>
              <a:rPr kumimoji="0" lang="pt-PT" altLang="pt-PT" sz="1600" b="1" i="0" u="none" strike="noStrike" cap="none" normalizeH="0" baseline="0" dirty="0">
                <a:ln>
                  <a:noFill/>
                </a:ln>
                <a:effectLst/>
                <a:latin typeface="Arial" panose="020B0604020202020204" pitchFamily="34" charset="0"/>
              </a:rPr>
              <a:t>482 artigos</a:t>
            </a:r>
            <a:r>
              <a:rPr kumimoji="0" lang="pt-PT" altLang="pt-PT" sz="1600" b="0" i="0" u="none" strike="noStrike" cap="none" normalizeH="0" baseline="0" dirty="0">
                <a:ln>
                  <a:noFill/>
                </a:ln>
                <a:effectLst/>
                <a:latin typeface="Arial" panose="020B0604020202020204" pitchFamily="34" charset="0"/>
              </a:rPr>
              <a:t> selecionados sobre IA e empreendedorismo sustentável.</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600" b="1" i="0" u="none" strike="noStrike" cap="none" normalizeH="0" baseline="0" dirty="0">
                <a:ln>
                  <a:noFill/>
                </a:ln>
                <a:effectLst/>
                <a:latin typeface="Arial" panose="020B0604020202020204" pitchFamily="34" charset="0"/>
              </a:rPr>
              <a:t>Metodologia:</a:t>
            </a:r>
            <a:r>
              <a:rPr kumimoji="0" lang="pt-PT" altLang="pt-PT" sz="1600" b="0" i="0" u="none" strike="noStrike" cap="none" normalizeH="0" baseline="0" dirty="0">
                <a:ln>
                  <a:noFill/>
                </a:ln>
                <a:effectLst/>
                <a:latin typeface="Arial" panose="020B0604020202020204" pitchFamily="34" charset="0"/>
              </a:rPr>
              <a:t> análise </a:t>
            </a:r>
            <a:r>
              <a:rPr kumimoji="0" lang="pt-PT" altLang="pt-PT" sz="1600" b="0" i="0" u="none" strike="noStrike" cap="none" normalizeH="0" baseline="0" dirty="0" err="1">
                <a:ln>
                  <a:noFill/>
                </a:ln>
                <a:effectLst/>
                <a:latin typeface="Arial" panose="020B0604020202020204" pitchFamily="34" charset="0"/>
              </a:rPr>
              <a:t>bibliométrica</a:t>
            </a:r>
            <a:r>
              <a:rPr kumimoji="0" lang="pt-PT" altLang="pt-PT" sz="1600" b="0" i="0" u="none" strike="noStrike" cap="none" normalizeH="0" baseline="0" dirty="0">
                <a:ln>
                  <a:noFill/>
                </a:ln>
                <a:effectLst/>
                <a:latin typeface="Arial" panose="020B0604020202020204" pitchFamily="34" charset="0"/>
              </a:rPr>
              <a:t> e de redes de </a:t>
            </a:r>
            <a:r>
              <a:rPr kumimoji="0" lang="pt-PT" altLang="pt-PT" sz="1600" b="0" i="0" u="none" strike="noStrike" cap="none" normalizeH="0" baseline="0" dirty="0" err="1">
                <a:ln>
                  <a:noFill/>
                </a:ln>
                <a:effectLst/>
                <a:latin typeface="Arial" panose="020B0604020202020204" pitchFamily="34" charset="0"/>
              </a:rPr>
              <a:t>co-citação</a:t>
            </a:r>
            <a:r>
              <a:rPr kumimoji="0" lang="pt-PT" altLang="pt-PT" sz="1600" b="0" i="0" u="none" strike="noStrike" cap="none" normalizeH="0" baseline="0" dirty="0">
                <a:ln>
                  <a:noFill/>
                </a:ln>
                <a:effectLst/>
                <a:latin typeface="Arial" panose="020B0604020202020204" pitchFamily="34" charset="0"/>
              </a:rPr>
              <a:t>/</a:t>
            </a:r>
            <a:r>
              <a:rPr kumimoji="0" lang="pt-PT" altLang="pt-PT" sz="1600" b="0" i="0" u="none" strike="noStrike" cap="none" normalizeH="0" baseline="0" dirty="0" err="1">
                <a:ln>
                  <a:noFill/>
                </a:ln>
                <a:effectLst/>
                <a:latin typeface="Arial" panose="020B0604020202020204" pitchFamily="34" charset="0"/>
              </a:rPr>
              <a:t>co-ocorrência</a:t>
            </a:r>
            <a:r>
              <a:rPr kumimoji="0" lang="pt-PT" altLang="pt-PT" sz="1600" b="0" i="0" u="none" strike="noStrike" cap="none" normalizeH="0" baseline="0" dirty="0">
                <a:ln>
                  <a:noFill/>
                </a:ln>
                <a:effectLst/>
                <a:latin typeface="Arial" panose="020B0604020202020204" pitchFamily="34" charset="0"/>
              </a:rPr>
              <a:t>. Ferramentas de visualização (e.g., mapas temáticos) foram usadas para identificar padrões de pesquisa e tendências emergentes.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600" b="1" i="0" u="none" strike="noStrike" cap="none" normalizeH="0" baseline="0" dirty="0">
                <a:ln>
                  <a:noFill/>
                </a:ln>
                <a:effectLst/>
                <a:latin typeface="Arial" panose="020B0604020202020204" pitchFamily="34" charset="0"/>
              </a:rPr>
              <a:t>Abordagem:</a:t>
            </a:r>
            <a:r>
              <a:rPr kumimoji="0" lang="pt-PT" altLang="pt-PT" sz="1600" b="0" i="0" u="none" strike="noStrike" cap="none" normalizeH="0" baseline="0" dirty="0">
                <a:ln>
                  <a:noFill/>
                </a:ln>
                <a:effectLst/>
                <a:latin typeface="Arial" panose="020B0604020202020204" pitchFamily="34" charset="0"/>
              </a:rPr>
              <a:t> identificação de clusters temáticos, principais periódicos, países e áreas de pesquisa. Mapeamento de palavras-chave para sugerir novas direções de investigação.</a:t>
            </a:r>
          </a:p>
        </p:txBody>
      </p:sp>
      <p:pic>
        <p:nvPicPr>
          <p:cNvPr id="9" name="Imagem 8">
            <a:extLst>
              <a:ext uri="{FF2B5EF4-FFF2-40B4-BE49-F238E27FC236}">
                <a16:creationId xmlns:a16="http://schemas.microsoft.com/office/drawing/2014/main" id="{712FEAF7-94EC-A4FC-F79C-3085A06DC764}"/>
              </a:ext>
            </a:extLst>
          </p:cNvPr>
          <p:cNvPicPr>
            <a:picLocks noChangeAspect="1"/>
          </p:cNvPicPr>
          <p:nvPr/>
        </p:nvPicPr>
        <p:blipFill>
          <a:blip r:embed="rId2"/>
          <a:stretch>
            <a:fillRect/>
          </a:stretch>
        </p:blipFill>
        <p:spPr>
          <a:xfrm>
            <a:off x="7487920" y="3458895"/>
            <a:ext cx="3903980" cy="2547346"/>
          </a:xfrm>
          <a:prstGeom prst="rect">
            <a:avLst/>
          </a:prstGeom>
        </p:spPr>
      </p:pic>
      <p:cxnSp>
        <p:nvCxnSpPr>
          <p:cNvPr id="42" name="Straight Connector 41">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0527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2A83D94-E670-A79E-065B-83D988D57C50}"/>
              </a:ext>
            </a:extLst>
          </p:cNvPr>
          <p:cNvSpPr>
            <a:spLocks noGrp="1"/>
          </p:cNvSpPr>
          <p:nvPr>
            <p:ph type="title"/>
          </p:nvPr>
        </p:nvSpPr>
        <p:spPr>
          <a:xfrm>
            <a:off x="704088" y="914401"/>
            <a:ext cx="6766560" cy="1307592"/>
          </a:xfrm>
        </p:spPr>
        <p:txBody>
          <a:bodyPr>
            <a:normAutofit/>
          </a:bodyPr>
          <a:lstStyle/>
          <a:p>
            <a:r>
              <a:rPr lang="pt-PT" dirty="0"/>
              <a:t>Resultados principais</a:t>
            </a:r>
          </a:p>
        </p:txBody>
      </p:sp>
      <p:cxnSp>
        <p:nvCxnSpPr>
          <p:cNvPr id="21" name="Straight Connector 2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BE9B87B4-5DAE-A0F6-C8B8-C0644B5F3581}"/>
              </a:ext>
            </a:extLst>
          </p:cNvPr>
          <p:cNvSpPr>
            <a:spLocks noGrp="1" noChangeArrowheads="1"/>
          </p:cNvSpPr>
          <p:nvPr>
            <p:ph idx="1"/>
          </p:nvPr>
        </p:nvSpPr>
        <p:spPr bwMode="auto">
          <a:xfrm>
            <a:off x="704088" y="2221994"/>
            <a:ext cx="6766560" cy="373989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1" i="0" u="none" strike="noStrike" cap="none" normalizeH="0" baseline="0">
                <a:ln>
                  <a:noFill/>
                </a:ln>
                <a:effectLst/>
                <a:latin typeface="Arial" panose="020B0604020202020204" pitchFamily="34" charset="0"/>
              </a:rPr>
              <a:t>Crescimento das publicações:</a:t>
            </a:r>
            <a:r>
              <a:rPr kumimoji="0" lang="pt-PT" altLang="pt-PT" sz="1400" b="0" i="0" u="none" strike="noStrike" cap="none" normalizeH="0" baseline="0">
                <a:ln>
                  <a:noFill/>
                </a:ln>
                <a:effectLst/>
                <a:latin typeface="Arial" panose="020B0604020202020204" pitchFamily="34" charset="0"/>
              </a:rPr>
              <a:t> número de estudos sobre IA em empreendedorismo sustentável aumentou exponencialmente, especialmente na última década. A curva de publicações revela pico de interesse recente (2020-2022) devido a avanços em IA e ênfase em SDGs.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1" i="0" u="none" strike="noStrike" cap="none" normalizeH="0" baseline="0">
                <a:ln>
                  <a:noFill/>
                </a:ln>
                <a:effectLst/>
                <a:latin typeface="Arial" panose="020B0604020202020204" pitchFamily="34" charset="0"/>
              </a:rPr>
              <a:t>Temas centrais:</a:t>
            </a:r>
            <a:r>
              <a:rPr kumimoji="0" lang="pt-PT" altLang="pt-PT" sz="1400" b="0" i="0" u="none" strike="noStrike" cap="none" normalizeH="0" baseline="0">
                <a:ln>
                  <a:noFill/>
                </a:ln>
                <a:effectLst/>
                <a:latin typeface="Arial" panose="020B0604020202020204" pitchFamily="34" charset="0"/>
              </a:rPr>
              <a:t> as palavras-chave mais frequentes incluem </a:t>
            </a:r>
            <a:r>
              <a:rPr kumimoji="0" lang="pt-PT" altLang="pt-PT" sz="1400" b="0" i="1" u="none" strike="noStrike" cap="none" normalizeH="0" baseline="0">
                <a:ln>
                  <a:noFill/>
                </a:ln>
                <a:effectLst/>
                <a:latin typeface="Arial" panose="020B0604020202020204" pitchFamily="34" charset="0"/>
              </a:rPr>
              <a:t>sustainable development</a:t>
            </a:r>
            <a:r>
              <a:rPr kumimoji="0" lang="pt-PT" altLang="pt-PT" sz="1400" b="0" i="0" u="none" strike="noStrike" cap="none" normalizeH="0" baseline="0">
                <a:ln>
                  <a:noFill/>
                </a:ln>
                <a:effectLst/>
                <a:latin typeface="Arial" panose="020B0604020202020204" pitchFamily="34" charset="0"/>
              </a:rPr>
              <a:t>, </a:t>
            </a:r>
            <a:r>
              <a:rPr kumimoji="0" lang="pt-PT" altLang="pt-PT" sz="1400" b="0" i="1" u="none" strike="noStrike" cap="none" normalizeH="0" baseline="0">
                <a:ln>
                  <a:noFill/>
                </a:ln>
                <a:effectLst/>
                <a:latin typeface="Arial" panose="020B0604020202020204" pitchFamily="34" charset="0"/>
              </a:rPr>
              <a:t>innovation</a:t>
            </a:r>
            <a:r>
              <a:rPr kumimoji="0" lang="pt-PT" altLang="pt-PT" sz="1400" b="0" i="0" u="none" strike="noStrike" cap="none" normalizeH="0" baseline="0">
                <a:ln>
                  <a:noFill/>
                </a:ln>
                <a:effectLst/>
                <a:latin typeface="Arial" panose="020B0604020202020204" pitchFamily="34" charset="0"/>
              </a:rPr>
              <a:t>, </a:t>
            </a:r>
            <a:r>
              <a:rPr kumimoji="0" lang="pt-PT" altLang="pt-PT" sz="1400" b="0" i="1" u="none" strike="noStrike" cap="none" normalizeH="0" baseline="0">
                <a:ln>
                  <a:noFill/>
                </a:ln>
                <a:effectLst/>
                <a:latin typeface="Arial" panose="020B0604020202020204" pitchFamily="34" charset="0"/>
              </a:rPr>
              <a:t>machine learning</a:t>
            </a:r>
            <a:r>
              <a:rPr kumimoji="0" lang="pt-PT" altLang="pt-PT" sz="1400" b="0" i="0" u="none" strike="noStrike" cap="none" normalizeH="0" baseline="0">
                <a:ln>
                  <a:noFill/>
                </a:ln>
                <a:effectLst/>
                <a:latin typeface="Arial" panose="020B0604020202020204" pitchFamily="34" charset="0"/>
              </a:rPr>
              <a:t>, </a:t>
            </a:r>
            <a:r>
              <a:rPr kumimoji="0" lang="pt-PT" altLang="pt-PT" sz="1400" b="0" i="1" u="none" strike="noStrike" cap="none" normalizeH="0" baseline="0">
                <a:ln>
                  <a:noFill/>
                </a:ln>
                <a:effectLst/>
                <a:latin typeface="Arial" panose="020B0604020202020204" pitchFamily="34" charset="0"/>
              </a:rPr>
              <a:t>green technology</a:t>
            </a:r>
            <a:r>
              <a:rPr kumimoji="0" lang="pt-PT" altLang="pt-PT" sz="1400" b="0" i="0" u="none" strike="noStrike" cap="none" normalizeH="0" baseline="0">
                <a:ln>
                  <a:noFill/>
                </a:ln>
                <a:effectLst/>
                <a:latin typeface="Arial" panose="020B0604020202020204" pitchFamily="34" charset="0"/>
              </a:rPr>
              <a:t>, </a:t>
            </a:r>
            <a:r>
              <a:rPr kumimoji="0" lang="pt-PT" altLang="pt-PT" sz="1400" b="0" i="1" u="none" strike="noStrike" cap="none" normalizeH="0" baseline="0">
                <a:ln>
                  <a:noFill/>
                </a:ln>
                <a:effectLst/>
                <a:latin typeface="Arial" panose="020B0604020202020204" pitchFamily="34" charset="0"/>
              </a:rPr>
              <a:t>entrepreneurship</a:t>
            </a:r>
            <a:r>
              <a:rPr kumimoji="0" lang="pt-PT" altLang="pt-PT" sz="1400" b="0" i="0" u="none" strike="noStrike" cap="none" normalizeH="0" baseline="0">
                <a:ln>
                  <a:noFill/>
                </a:ln>
                <a:effectLst/>
                <a:latin typeface="Arial" panose="020B0604020202020204" pitchFamily="34" charset="0"/>
              </a:rPr>
              <a:t>, etc. Esses termos refletem foco em inovação verde e soluções tecnológicas para sustentabilidade.</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1" i="0" u="none" strike="noStrike" cap="none" normalizeH="0" baseline="0">
                <a:ln>
                  <a:noFill/>
                </a:ln>
                <a:effectLst/>
                <a:latin typeface="Arial" panose="020B0604020202020204" pitchFamily="34" charset="0"/>
              </a:rPr>
              <a:t>Áreas geográficas:</a:t>
            </a:r>
            <a:r>
              <a:rPr kumimoji="0" lang="pt-PT" altLang="pt-PT" sz="1400" b="0" i="0" u="none" strike="noStrike" cap="none" normalizeH="0" baseline="0">
                <a:ln>
                  <a:noFill/>
                </a:ln>
                <a:effectLst/>
                <a:latin typeface="Arial" panose="020B0604020202020204" pitchFamily="34" charset="0"/>
              </a:rPr>
              <a:t> pesquisa liderada por países desenvolvidos e emergentes (ex.: Índia, China, EUA) – mostrando colaboração internacional. Autores observam produção crescente em economias em desenvolvimento.</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1" i="0" u="none" strike="noStrike" cap="none" normalizeH="0" baseline="0">
                <a:ln>
                  <a:noFill/>
                </a:ln>
                <a:effectLst/>
                <a:latin typeface="Arial" panose="020B0604020202020204" pitchFamily="34" charset="0"/>
              </a:rPr>
              <a:t>Periódicos e disciplina:</a:t>
            </a:r>
            <a:r>
              <a:rPr kumimoji="0" lang="pt-PT" altLang="pt-PT" sz="1400" b="0" i="0" u="none" strike="noStrike" cap="none" normalizeH="0" baseline="0">
                <a:ln>
                  <a:noFill/>
                </a:ln>
                <a:effectLst/>
                <a:latin typeface="Arial" panose="020B0604020202020204" pitchFamily="34" charset="0"/>
              </a:rPr>
              <a:t> principais revistas indexadas (por ex., </a:t>
            </a:r>
            <a:r>
              <a:rPr kumimoji="0" lang="pt-PT" altLang="pt-PT" sz="1400" b="0" i="1" u="none" strike="noStrike" cap="none" normalizeH="0" baseline="0">
                <a:ln>
                  <a:noFill/>
                </a:ln>
                <a:effectLst/>
                <a:latin typeface="Arial" panose="020B0604020202020204" pitchFamily="34" charset="0"/>
              </a:rPr>
              <a:t>Technological Forecasting &amp; Social Change</a:t>
            </a:r>
            <a:r>
              <a:rPr kumimoji="0" lang="pt-PT" altLang="pt-PT" sz="1400" b="0" i="0" u="none" strike="noStrike" cap="none" normalizeH="0" baseline="0">
                <a:ln>
                  <a:noFill/>
                </a:ln>
                <a:effectLst/>
                <a:latin typeface="Arial" panose="020B0604020202020204" pitchFamily="34" charset="0"/>
              </a:rPr>
              <a:t>, </a:t>
            </a:r>
            <a:r>
              <a:rPr kumimoji="0" lang="pt-PT" altLang="pt-PT" sz="1400" b="0" i="1" u="none" strike="noStrike" cap="none" normalizeH="0" baseline="0">
                <a:ln>
                  <a:noFill/>
                </a:ln>
                <a:effectLst/>
                <a:latin typeface="Arial" panose="020B0604020202020204" pitchFamily="34" charset="0"/>
              </a:rPr>
              <a:t>Journal of Business Research</a:t>
            </a:r>
            <a:r>
              <a:rPr kumimoji="0" lang="pt-PT" altLang="pt-PT" sz="1400" b="0" i="0" u="none" strike="noStrike" cap="none" normalizeH="0" baseline="0">
                <a:ln>
                  <a:noFill/>
                </a:ln>
                <a:effectLst/>
                <a:latin typeface="Arial" panose="020B0604020202020204" pitchFamily="34" charset="0"/>
              </a:rPr>
              <a:t>, etc.). O estudo destaca publicações multidisciplinares ligando IA e sustentabilidade.</a:t>
            </a:r>
          </a:p>
        </p:txBody>
      </p:sp>
      <p:cxnSp>
        <p:nvCxnSpPr>
          <p:cNvPr id="23" name="Straight Connector 22">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m 6">
            <a:extLst>
              <a:ext uri="{FF2B5EF4-FFF2-40B4-BE49-F238E27FC236}">
                <a16:creationId xmlns:a16="http://schemas.microsoft.com/office/drawing/2014/main" id="{142BB008-CF54-535A-9BD5-60CAACAAA4B0}"/>
              </a:ext>
            </a:extLst>
          </p:cNvPr>
          <p:cNvPicPr>
            <a:picLocks noChangeAspect="1"/>
          </p:cNvPicPr>
          <p:nvPr/>
        </p:nvPicPr>
        <p:blipFill>
          <a:blip r:embed="rId2"/>
          <a:srcRect r="2" b="1170"/>
          <a:stretch>
            <a:fillRect/>
          </a:stretch>
        </p:blipFill>
        <p:spPr>
          <a:xfrm>
            <a:off x="8115300" y="10"/>
            <a:ext cx="4076700" cy="6857990"/>
          </a:xfrm>
          <a:prstGeom prst="rect">
            <a:avLst/>
          </a:prstGeom>
        </p:spPr>
      </p:pic>
    </p:spTree>
    <p:extLst>
      <p:ext uri="{BB962C8B-B14F-4D97-AF65-F5344CB8AC3E}">
        <p14:creationId xmlns:p14="http://schemas.microsoft.com/office/powerpoint/2010/main" val="650298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27">
            <a:extLst>
              <a:ext uri="{FF2B5EF4-FFF2-40B4-BE49-F238E27FC236}">
                <a16:creationId xmlns:a16="http://schemas.microsoft.com/office/drawing/2014/main" id="{C3D0AD61-C4EE-4A0B-8733-BAE046F63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8AE10BE-FB85-8703-666E-714E216E431F}"/>
              </a:ext>
            </a:extLst>
          </p:cNvPr>
          <p:cNvSpPr>
            <a:spLocks noGrp="1"/>
          </p:cNvSpPr>
          <p:nvPr>
            <p:ph type="title"/>
          </p:nvPr>
        </p:nvSpPr>
        <p:spPr>
          <a:xfrm>
            <a:off x="700087" y="909637"/>
            <a:ext cx="10691813" cy="946391"/>
          </a:xfrm>
        </p:spPr>
        <p:txBody>
          <a:bodyPr>
            <a:normAutofit/>
          </a:bodyPr>
          <a:lstStyle/>
          <a:p>
            <a:r>
              <a:rPr lang="pt-PT" dirty="0"/>
              <a:t>Resultados principais</a:t>
            </a:r>
          </a:p>
        </p:txBody>
      </p:sp>
      <p:cxnSp>
        <p:nvCxnSpPr>
          <p:cNvPr id="42" name="Straight Connector 29">
            <a:extLst>
              <a:ext uri="{FF2B5EF4-FFF2-40B4-BE49-F238E27FC236}">
                <a16:creationId xmlns:a16="http://schemas.microsoft.com/office/drawing/2014/main" id="{8916C3E3-8382-46AB-88B8-8CAE8FF282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m 6">
            <a:extLst>
              <a:ext uri="{FF2B5EF4-FFF2-40B4-BE49-F238E27FC236}">
                <a16:creationId xmlns:a16="http://schemas.microsoft.com/office/drawing/2014/main" id="{A15955E6-7375-4418-0009-02011EBE4BD6}"/>
              </a:ext>
            </a:extLst>
          </p:cNvPr>
          <p:cNvPicPr>
            <a:picLocks noChangeAspect="1"/>
          </p:cNvPicPr>
          <p:nvPr/>
        </p:nvPicPr>
        <p:blipFill>
          <a:blip r:embed="rId2"/>
          <a:stretch>
            <a:fillRect/>
          </a:stretch>
        </p:blipFill>
        <p:spPr>
          <a:xfrm>
            <a:off x="800100" y="2288637"/>
            <a:ext cx="2697419" cy="3458229"/>
          </a:xfrm>
          <a:prstGeom prst="rect">
            <a:avLst/>
          </a:prstGeom>
        </p:spPr>
      </p:pic>
      <p:pic>
        <p:nvPicPr>
          <p:cNvPr id="9" name="Imagem 8">
            <a:extLst>
              <a:ext uri="{FF2B5EF4-FFF2-40B4-BE49-F238E27FC236}">
                <a16:creationId xmlns:a16="http://schemas.microsoft.com/office/drawing/2014/main" id="{AE463856-0AFF-BC21-394B-DB37066571B5}"/>
              </a:ext>
            </a:extLst>
          </p:cNvPr>
          <p:cNvPicPr>
            <a:picLocks noChangeAspect="1"/>
          </p:cNvPicPr>
          <p:nvPr/>
        </p:nvPicPr>
        <p:blipFill>
          <a:blip r:embed="rId3"/>
          <a:stretch>
            <a:fillRect/>
          </a:stretch>
        </p:blipFill>
        <p:spPr>
          <a:xfrm>
            <a:off x="3711201" y="2502348"/>
            <a:ext cx="2697419" cy="3030808"/>
          </a:xfrm>
          <a:prstGeom prst="rect">
            <a:avLst/>
          </a:prstGeom>
        </p:spPr>
      </p:pic>
      <p:sp>
        <p:nvSpPr>
          <p:cNvPr id="4" name="Rectangle 1">
            <a:extLst>
              <a:ext uri="{FF2B5EF4-FFF2-40B4-BE49-F238E27FC236}">
                <a16:creationId xmlns:a16="http://schemas.microsoft.com/office/drawing/2014/main" id="{2A698F95-5331-DE0C-FAD1-66467AFDAE32}"/>
              </a:ext>
            </a:extLst>
          </p:cNvPr>
          <p:cNvSpPr>
            <a:spLocks noGrp="1" noChangeArrowheads="1"/>
          </p:cNvSpPr>
          <p:nvPr>
            <p:ph idx="1"/>
          </p:nvPr>
        </p:nvSpPr>
        <p:spPr bwMode="auto">
          <a:xfrm>
            <a:off x="6622302" y="1856028"/>
            <a:ext cx="4769598" cy="47948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a:ln>
                  <a:noFill/>
                </a:ln>
                <a:effectLst/>
                <a:latin typeface="Arial" panose="020B0604020202020204" pitchFamily="34" charset="0"/>
              </a:rPr>
              <a:t>Mapas temáticos:</a:t>
            </a:r>
            <a:r>
              <a:rPr kumimoji="0" lang="pt-PT" altLang="pt-PT" sz="1300" b="0" i="0" u="none" strike="noStrike" cap="none" normalizeH="0" baseline="0">
                <a:ln>
                  <a:noFill/>
                </a:ln>
                <a:effectLst/>
                <a:latin typeface="Arial" panose="020B0604020202020204" pitchFamily="34" charset="0"/>
              </a:rPr>
              <a:t> a análise gráfica organizou tópicos em quadrantes (técnico/estratégico vs. centrado/segmentado). Identificaram-se núcleos de pesquisa (e.g., algoritmos de IA aplicados ao meio ambiente) e áreas emergentes (e.g., IA na eficiência de recursos, educação sustentável).</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a:ln>
                  <a:noFill/>
                </a:ln>
                <a:effectLst/>
                <a:latin typeface="Arial" panose="020B0604020202020204" pitchFamily="34" charset="0"/>
              </a:rPr>
              <a:t>Clusters temáticos:</a:t>
            </a:r>
            <a:r>
              <a:rPr kumimoji="0" lang="pt-PT" altLang="pt-PT" sz="1300" b="0" i="0" u="none" strike="noStrike" cap="none" normalizeH="0" baseline="0">
                <a:ln>
                  <a:noFill/>
                </a:ln>
                <a:effectLst/>
                <a:latin typeface="Arial" panose="020B0604020202020204" pitchFamily="34" charset="0"/>
              </a:rPr>
              <a:t> grupos de tópicos correlacionados mostram, por exemplo, concentração em “Modelos de Negócio Sustentáveis + IA” e “Ambiente e Desenvolvimento + IA”. Esses clusters ilustram como as pesquisas se agrupam em torno de desafios sociais versus tecnológicos.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a:ln>
                  <a:noFill/>
                </a:ln>
                <a:effectLst/>
                <a:latin typeface="Arial" panose="020B0604020202020204" pitchFamily="34" charset="0"/>
              </a:rPr>
              <a:t>Tendências emergentes:</a:t>
            </a:r>
            <a:r>
              <a:rPr kumimoji="0" lang="pt-PT" altLang="pt-PT" sz="1300" b="0" i="0" u="none" strike="noStrike" cap="none" normalizeH="0" baseline="0">
                <a:ln>
                  <a:noFill/>
                </a:ln>
                <a:effectLst/>
                <a:latin typeface="Arial" panose="020B0604020202020204" pitchFamily="34" charset="0"/>
              </a:rPr>
              <a:t> os mapas sugerem novas fronteiras, como </a:t>
            </a:r>
            <a:r>
              <a:rPr kumimoji="0" lang="pt-PT" altLang="pt-PT" sz="1300" b="0" i="1" u="none" strike="noStrike" cap="none" normalizeH="0" baseline="0">
                <a:ln>
                  <a:noFill/>
                </a:ln>
                <a:effectLst/>
                <a:latin typeface="Arial" panose="020B0604020202020204" pitchFamily="34" charset="0"/>
              </a:rPr>
              <a:t>IA e economia circular</a:t>
            </a:r>
            <a:r>
              <a:rPr kumimoji="0" lang="pt-PT" altLang="pt-PT" sz="1300" b="0" i="0" u="none" strike="noStrike" cap="none" normalizeH="0" baseline="0">
                <a:ln>
                  <a:noFill/>
                </a:ln>
                <a:effectLst/>
                <a:latin typeface="Arial" panose="020B0604020202020204" pitchFamily="34" charset="0"/>
              </a:rPr>
              <a:t>, </a:t>
            </a:r>
            <a:r>
              <a:rPr kumimoji="0" lang="pt-PT" altLang="pt-PT" sz="1300" b="0" i="1" u="none" strike="noStrike" cap="none" normalizeH="0" baseline="0">
                <a:ln>
                  <a:noFill/>
                </a:ln>
                <a:effectLst/>
                <a:latin typeface="Arial" panose="020B0604020202020204" pitchFamily="34" charset="0"/>
              </a:rPr>
              <a:t>inovação em energia renovável</a:t>
            </a:r>
            <a:r>
              <a:rPr kumimoji="0" lang="pt-PT" altLang="pt-PT" sz="1300" b="0" i="0" u="none" strike="noStrike" cap="none" normalizeH="0" baseline="0">
                <a:ln>
                  <a:noFill/>
                </a:ln>
                <a:effectLst/>
                <a:latin typeface="Arial" panose="020B0604020202020204" pitchFamily="34" charset="0"/>
              </a:rPr>
              <a:t>, </a:t>
            </a:r>
            <a:r>
              <a:rPr kumimoji="0" lang="pt-PT" altLang="pt-PT" sz="1300" b="0" i="1" u="none" strike="noStrike" cap="none" normalizeH="0" baseline="0">
                <a:ln>
                  <a:noFill/>
                </a:ln>
                <a:effectLst/>
                <a:latin typeface="Arial" panose="020B0604020202020204" pitchFamily="34" charset="0"/>
              </a:rPr>
              <a:t>empreendedorismo social impulsionado por IA</a:t>
            </a:r>
            <a:r>
              <a:rPr kumimoji="0" lang="pt-PT" altLang="pt-PT" sz="1300" b="0" i="0" u="none" strike="noStrike" cap="none" normalizeH="0" baseline="0">
                <a:ln>
                  <a:noFill/>
                </a:ln>
                <a:effectLst/>
                <a:latin typeface="Arial" panose="020B0604020202020204" pitchFamily="34" charset="0"/>
              </a:rPr>
              <a:t>. Os autores enfatizam que esses caminhos merecem estudos futuros.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a:ln>
                  <a:noFill/>
                </a:ln>
                <a:effectLst/>
                <a:latin typeface="Arial" panose="020B0604020202020204" pitchFamily="34" charset="0"/>
              </a:rPr>
              <a:t>Contribuições:</a:t>
            </a:r>
            <a:r>
              <a:rPr kumimoji="0" lang="pt-PT" altLang="pt-PT" sz="1300" b="0" i="0" u="none" strike="noStrike" cap="none" normalizeH="0" baseline="0">
                <a:ln>
                  <a:noFill/>
                </a:ln>
                <a:effectLst/>
                <a:latin typeface="Arial" panose="020B0604020202020204" pitchFamily="34" charset="0"/>
              </a:rPr>
              <a:t> a visualização permite perceber lacunas (por exemplo, menos trabalho sobre ética da IA em sustentabilidade) e direções de pesquisa, facilitando entendimento do panorama atual.</a:t>
            </a:r>
          </a:p>
        </p:txBody>
      </p:sp>
      <p:cxnSp>
        <p:nvCxnSpPr>
          <p:cNvPr id="43" name="Straight Connector 31">
            <a:extLst>
              <a:ext uri="{FF2B5EF4-FFF2-40B4-BE49-F238E27FC236}">
                <a16:creationId xmlns:a16="http://schemas.microsoft.com/office/drawing/2014/main" id="{066B2F53-52E2-4B53-BAF3-FCB37CD9E3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605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3">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AE94EB-5563-9EF8-325B-7D1CCAAA4EF2}"/>
              </a:ext>
            </a:extLst>
          </p:cNvPr>
          <p:cNvSpPr>
            <a:spLocks noGrp="1"/>
          </p:cNvSpPr>
          <p:nvPr>
            <p:ph type="title"/>
          </p:nvPr>
        </p:nvSpPr>
        <p:spPr>
          <a:xfrm>
            <a:off x="700087" y="909637"/>
            <a:ext cx="10691814" cy="981914"/>
          </a:xfrm>
        </p:spPr>
        <p:txBody>
          <a:bodyPr>
            <a:normAutofit/>
          </a:bodyPr>
          <a:lstStyle/>
          <a:p>
            <a:r>
              <a:rPr lang="pt-PT"/>
              <a:t>Relação IA e sustentabilidade</a:t>
            </a:r>
          </a:p>
        </p:txBody>
      </p:sp>
      <p:cxnSp>
        <p:nvCxnSpPr>
          <p:cNvPr id="41" name="Straight Connector 35">
            <a:extLst>
              <a:ext uri="{FF2B5EF4-FFF2-40B4-BE49-F238E27FC236}">
                <a16:creationId xmlns:a16="http://schemas.microsoft.com/office/drawing/2014/main" id="{B43766AD-6614-4710-B2A4-7BB682EE3D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96107"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3">
            <a:extLst>
              <a:ext uri="{FF2B5EF4-FFF2-40B4-BE49-F238E27FC236}">
                <a16:creationId xmlns:a16="http://schemas.microsoft.com/office/drawing/2014/main" id="{90F0AF86-50EA-CF61-7B26-724CE83A80F8}"/>
              </a:ext>
            </a:extLst>
          </p:cNvPr>
          <p:cNvSpPr>
            <a:spLocks noGrp="1" noChangeArrowheads="1"/>
          </p:cNvSpPr>
          <p:nvPr>
            <p:ph idx="1"/>
          </p:nvPr>
        </p:nvSpPr>
        <p:spPr bwMode="auto">
          <a:xfrm>
            <a:off x="700087" y="1891551"/>
            <a:ext cx="4087065" cy="39351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a:ln>
                  <a:noFill/>
                </a:ln>
                <a:effectLst/>
                <a:latin typeface="Arial" panose="020B0604020202020204" pitchFamily="34" charset="0"/>
              </a:rPr>
              <a:t>Conclusão geral:</a:t>
            </a:r>
            <a:r>
              <a:rPr kumimoji="0" lang="pt-PT" altLang="pt-PT" sz="1300" b="0" i="0" u="none" strike="noStrike" cap="none" normalizeH="0" baseline="0">
                <a:ln>
                  <a:noFill/>
                </a:ln>
                <a:effectLst/>
                <a:latin typeface="Arial" panose="020B0604020202020204" pitchFamily="34" charset="0"/>
              </a:rPr>
              <a:t> os resultados indicam </a:t>
            </a:r>
            <a:r>
              <a:rPr kumimoji="0" lang="pt-PT" altLang="pt-PT" sz="1300" b="1" i="0" u="none" strike="noStrike" cap="none" normalizeH="0" baseline="0">
                <a:ln>
                  <a:noFill/>
                </a:ln>
                <a:effectLst/>
                <a:latin typeface="Arial" panose="020B0604020202020204" pitchFamily="34" charset="0"/>
              </a:rPr>
              <a:t>relação positiva</a:t>
            </a:r>
            <a:r>
              <a:rPr kumimoji="0" lang="pt-PT" altLang="pt-PT" sz="1300" b="0" i="0" u="none" strike="noStrike" cap="none" normalizeH="0" baseline="0">
                <a:ln>
                  <a:noFill/>
                </a:ln>
                <a:effectLst/>
                <a:latin typeface="Arial" panose="020B0604020202020204" pitchFamily="34" charset="0"/>
              </a:rPr>
              <a:t> entre a adoção de IA e o desenvolvimento ambiental no contexto do empreendedorismo sustentável. Em outras palavras, IA tende a reforçar iniciativas sustentáveis.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a:ln>
                  <a:noFill/>
                </a:ln>
                <a:effectLst/>
                <a:latin typeface="Arial" panose="020B0604020202020204" pitchFamily="34" charset="0"/>
              </a:rPr>
              <a:t>Explicação:</a:t>
            </a:r>
            <a:r>
              <a:rPr kumimoji="0" lang="pt-PT" altLang="pt-PT" sz="1300" b="0" i="0" u="none" strike="noStrike" cap="none" normalizeH="0" baseline="0">
                <a:ln>
                  <a:noFill/>
                </a:ln>
                <a:effectLst/>
                <a:latin typeface="Arial" panose="020B0604020202020204" pitchFamily="34" charset="0"/>
              </a:rPr>
              <a:t> IA pode aprimorar a eficiência no uso de recursos, monitoramento ambiental e geração de inovação verde. Por exemplo, modelos preditivos podem otimizar cadeias de suprimentos sustentáveis; sistemas de IA auxiliam a criar produtos Eco eficientes.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a:ln>
                  <a:noFill/>
                </a:ln>
                <a:effectLst/>
                <a:latin typeface="Arial" panose="020B0604020202020204" pitchFamily="34" charset="0"/>
              </a:rPr>
              <a:t>Equilíbrio de impactos:</a:t>
            </a:r>
            <a:r>
              <a:rPr kumimoji="0" lang="pt-PT" altLang="pt-PT" sz="1300" b="0" i="0" u="none" strike="noStrike" cap="none" normalizeH="0" baseline="0">
                <a:ln>
                  <a:noFill/>
                </a:ln>
                <a:effectLst/>
                <a:latin typeface="Arial" panose="020B0604020202020204" pitchFamily="34" charset="0"/>
              </a:rPr>
              <a:t> embora o artigo enfoque o efeito positivo geral, reconhece-se que IA também traz desafios (consumo de energia, descarte de e-waste). Os autores apontam a necessidade de políticas e boas práticas para maximizar os benefícios ambientais.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a:ln>
                  <a:noFill/>
                </a:ln>
                <a:effectLst/>
                <a:latin typeface="Arial" panose="020B0604020202020204" pitchFamily="34" charset="0"/>
              </a:rPr>
              <a:t>Implicações:</a:t>
            </a:r>
            <a:r>
              <a:rPr kumimoji="0" lang="pt-PT" altLang="pt-PT" sz="1300" b="0" i="0" u="none" strike="noStrike" cap="none" normalizeH="0" baseline="0">
                <a:ln>
                  <a:noFill/>
                </a:ln>
                <a:effectLst/>
                <a:latin typeface="Arial" panose="020B0604020202020204" pitchFamily="34" charset="0"/>
              </a:rPr>
              <a:t> reforço da ideia de que </a:t>
            </a:r>
            <a:r>
              <a:rPr kumimoji="0" lang="pt-PT" altLang="pt-PT" sz="1300" b="0" i="1" u="none" strike="noStrike" cap="none" normalizeH="0" baseline="0">
                <a:ln>
                  <a:noFill/>
                </a:ln>
                <a:effectLst/>
                <a:latin typeface="Arial" panose="020B0604020202020204" pitchFamily="34" charset="0"/>
              </a:rPr>
              <a:t>empresas inovadoras</a:t>
            </a:r>
            <a:r>
              <a:rPr kumimoji="0" lang="pt-PT" altLang="pt-PT" sz="1300" b="0" i="0" u="none" strike="noStrike" cap="none" normalizeH="0" baseline="0">
                <a:ln>
                  <a:noFill/>
                </a:ln>
                <a:effectLst/>
                <a:latin typeface="Arial" panose="020B0604020202020204" pitchFamily="34" charset="0"/>
              </a:rPr>
              <a:t> usando IA podem contribuir para metas sociais e ambientais. As descobertas sugerem que empreendedores e formuladores de políticas devem encorajar integrações tecnológicas com foco na sustentabilidade.</a:t>
            </a:r>
            <a:endParaRPr kumimoji="0" lang="pt-PT" altLang="pt-PT" sz="1300" b="0" i="0" u="none" strike="noStrike" cap="none" normalizeH="0" baseline="0" dirty="0">
              <a:ln>
                <a:noFill/>
              </a:ln>
              <a:effectLst/>
              <a:latin typeface="Arial" panose="020B0604020202020204" pitchFamily="34" charset="0"/>
            </a:endParaRPr>
          </a:p>
        </p:txBody>
      </p:sp>
      <p:pic>
        <p:nvPicPr>
          <p:cNvPr id="9" name="Imagem 8">
            <a:extLst>
              <a:ext uri="{FF2B5EF4-FFF2-40B4-BE49-F238E27FC236}">
                <a16:creationId xmlns:a16="http://schemas.microsoft.com/office/drawing/2014/main" id="{395BBCA3-B23E-9765-EB8D-AA34D4617488}"/>
              </a:ext>
            </a:extLst>
          </p:cNvPr>
          <p:cNvPicPr>
            <a:picLocks noChangeAspect="1"/>
          </p:cNvPicPr>
          <p:nvPr/>
        </p:nvPicPr>
        <p:blipFill>
          <a:blip r:embed="rId2"/>
          <a:stretch>
            <a:fillRect/>
          </a:stretch>
        </p:blipFill>
        <p:spPr>
          <a:xfrm>
            <a:off x="5256068" y="2159176"/>
            <a:ext cx="3067049" cy="4144662"/>
          </a:xfrm>
          <a:prstGeom prst="rect">
            <a:avLst/>
          </a:prstGeom>
        </p:spPr>
      </p:pic>
      <p:pic>
        <p:nvPicPr>
          <p:cNvPr id="12" name="Imagem 11">
            <a:extLst>
              <a:ext uri="{FF2B5EF4-FFF2-40B4-BE49-F238E27FC236}">
                <a16:creationId xmlns:a16="http://schemas.microsoft.com/office/drawing/2014/main" id="{2239CB46-4B8E-0D8F-5081-09F6FDFA1581}"/>
              </a:ext>
            </a:extLst>
          </p:cNvPr>
          <p:cNvPicPr>
            <a:picLocks noChangeAspect="1"/>
          </p:cNvPicPr>
          <p:nvPr/>
        </p:nvPicPr>
        <p:blipFill>
          <a:blip r:embed="rId3"/>
          <a:stretch>
            <a:fillRect/>
          </a:stretch>
        </p:blipFill>
        <p:spPr>
          <a:xfrm>
            <a:off x="8459611" y="2149196"/>
            <a:ext cx="3406807" cy="4154642"/>
          </a:xfrm>
          <a:prstGeom prst="rect">
            <a:avLst/>
          </a:prstGeom>
        </p:spPr>
      </p:pic>
    </p:spTree>
    <p:extLst>
      <p:ext uri="{BB962C8B-B14F-4D97-AF65-F5344CB8AC3E}">
        <p14:creationId xmlns:p14="http://schemas.microsoft.com/office/powerpoint/2010/main" val="413195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2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8F6C076-501A-C961-34D1-0109A6FCD4B3}"/>
              </a:ext>
            </a:extLst>
          </p:cNvPr>
          <p:cNvSpPr>
            <a:spLocks noGrp="1"/>
          </p:cNvSpPr>
          <p:nvPr>
            <p:ph type="title"/>
          </p:nvPr>
        </p:nvSpPr>
        <p:spPr>
          <a:xfrm>
            <a:off x="5742672" y="909638"/>
            <a:ext cx="5848694" cy="1318062"/>
          </a:xfrm>
        </p:spPr>
        <p:txBody>
          <a:bodyPr>
            <a:normAutofit/>
          </a:bodyPr>
          <a:lstStyle/>
          <a:p>
            <a:r>
              <a:rPr lang="pt-PT" dirty="0"/>
              <a:t>Limitações e futuras investigações</a:t>
            </a:r>
            <a:endParaRPr lang="pt-PT"/>
          </a:p>
        </p:txBody>
      </p:sp>
      <p:pic>
        <p:nvPicPr>
          <p:cNvPr id="18" name="Graphic 17" descr="Livros">
            <a:extLst>
              <a:ext uri="{FF2B5EF4-FFF2-40B4-BE49-F238E27FC236}">
                <a16:creationId xmlns:a16="http://schemas.microsoft.com/office/drawing/2014/main" id="{B9BFFE55-13DC-395B-2026-DF2F5F0CC4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0101" y="1679090"/>
            <a:ext cx="4455010" cy="4455010"/>
          </a:xfrm>
          <a:prstGeom prst="rect">
            <a:avLst/>
          </a:prstGeom>
        </p:spPr>
      </p:pic>
      <p:cxnSp>
        <p:nvCxnSpPr>
          <p:cNvPr id="40" name="Straight Connector 29">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80661" y="723900"/>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514BBBAC-F78D-F197-F9AC-3ABCB75D31DB}"/>
              </a:ext>
            </a:extLst>
          </p:cNvPr>
          <p:cNvSpPr>
            <a:spLocks noGrp="1" noChangeArrowheads="1"/>
          </p:cNvSpPr>
          <p:nvPr>
            <p:ph idx="1"/>
          </p:nvPr>
        </p:nvSpPr>
        <p:spPr bwMode="auto">
          <a:xfrm>
            <a:off x="5742672" y="2276474"/>
            <a:ext cx="5848694" cy="38850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dirty="0">
                <a:ln>
                  <a:noFill/>
                </a:ln>
                <a:effectLst/>
                <a:latin typeface="Arial" panose="020B0604020202020204" pitchFamily="34" charset="0"/>
              </a:rPr>
              <a:t>Limitações do estudo:</a:t>
            </a:r>
            <a:r>
              <a:rPr kumimoji="0" lang="pt-PT" altLang="pt-PT" sz="1300" b="0" i="0" u="none" strike="noStrike" cap="none" normalizeH="0" baseline="0" dirty="0">
                <a:ln>
                  <a:noFill/>
                </a:ln>
                <a:effectLst/>
                <a:latin typeface="Arial" panose="020B0604020202020204" pitchFamily="34" charset="0"/>
              </a:rPr>
              <a:t> baseada apenas em artigos indexados na base </a:t>
            </a:r>
            <a:r>
              <a:rPr kumimoji="0" lang="pt-PT" altLang="pt-PT" sz="1300" b="0" i="0" u="none" strike="noStrike" cap="none" normalizeH="0" baseline="0" dirty="0" err="1">
                <a:ln>
                  <a:noFill/>
                </a:ln>
                <a:effectLst/>
                <a:latin typeface="Arial" panose="020B0604020202020204" pitchFamily="34" charset="0"/>
              </a:rPr>
              <a:t>Scopus</a:t>
            </a:r>
            <a:r>
              <a:rPr kumimoji="0" lang="pt-PT" altLang="pt-PT" sz="1300" b="0" i="0" u="none" strike="noStrike" cap="none" normalizeH="0" baseline="0" dirty="0">
                <a:ln>
                  <a:noFill/>
                </a:ln>
                <a:effectLst/>
                <a:latin typeface="Arial" panose="020B0604020202020204" pitchFamily="34" charset="0"/>
              </a:rPr>
              <a:t> – o que pode excluir trabalhos relevantes de outras bases ou em idiomas não-ingleses. A rapidez das inovações em IA requer atualizações constantes.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dirty="0">
                <a:ln>
                  <a:noFill/>
                </a:ln>
                <a:effectLst/>
                <a:latin typeface="Arial" panose="020B0604020202020204" pitchFamily="34" charset="0"/>
              </a:rPr>
              <a:t>Análise </a:t>
            </a:r>
            <a:r>
              <a:rPr kumimoji="0" lang="pt-PT" altLang="pt-PT" sz="1300" b="1" i="0" u="none" strike="noStrike" cap="none" normalizeH="0" baseline="0" dirty="0" err="1">
                <a:ln>
                  <a:noFill/>
                </a:ln>
                <a:effectLst/>
                <a:latin typeface="Arial" panose="020B0604020202020204" pitchFamily="34" charset="0"/>
              </a:rPr>
              <a:t>bibliométrica</a:t>
            </a:r>
            <a:r>
              <a:rPr kumimoji="0" lang="pt-PT" altLang="pt-PT" sz="1300" b="1" i="0" u="none" strike="noStrike" cap="none" normalizeH="0" baseline="0" dirty="0">
                <a:ln>
                  <a:noFill/>
                </a:ln>
                <a:effectLst/>
                <a:latin typeface="Arial" panose="020B0604020202020204" pitchFamily="34" charset="0"/>
              </a:rPr>
              <a:t>:</a:t>
            </a:r>
            <a:r>
              <a:rPr kumimoji="0" lang="pt-PT" altLang="pt-PT" sz="1300" b="0" i="0" u="none" strike="noStrike" cap="none" normalizeH="0" baseline="0" dirty="0">
                <a:ln>
                  <a:noFill/>
                </a:ln>
                <a:effectLst/>
                <a:latin typeface="Arial" panose="020B0604020202020204" pitchFamily="34" charset="0"/>
              </a:rPr>
              <a:t> foco quantitativo; falta de validação empírica ou qualitativa adicional. Os resultados refletem tendência de publicações, mas não medem diretamente impactos reais no mercado ou meio ambiente.</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dirty="0">
                <a:ln>
                  <a:noFill/>
                </a:ln>
                <a:effectLst/>
                <a:latin typeface="Arial" panose="020B0604020202020204" pitchFamily="34" charset="0"/>
              </a:rPr>
              <a:t>Período estudado:</a:t>
            </a:r>
            <a:r>
              <a:rPr kumimoji="0" lang="pt-PT" altLang="pt-PT" sz="1300" b="0" i="0" u="none" strike="noStrike" cap="none" normalizeH="0" baseline="0" dirty="0">
                <a:ln>
                  <a:noFill/>
                </a:ln>
                <a:effectLst/>
                <a:latin typeface="Arial" panose="020B0604020202020204" pitchFamily="34" charset="0"/>
              </a:rPr>
              <a:t> dados até 2022. Novas publicações pós-2022 e tecnologias emergentes (e.g., IA generativa) não estão contempladas, indicando oportunidade para revisão continuada.</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300" b="1" i="0" u="none" strike="noStrike" cap="none" normalizeH="0" baseline="0" dirty="0">
                <a:ln>
                  <a:noFill/>
                </a:ln>
                <a:effectLst/>
                <a:latin typeface="Arial" panose="020B0604020202020204" pitchFamily="34" charset="0"/>
              </a:rPr>
              <a:t>Sugestões de pesquisa futura:</a:t>
            </a:r>
            <a:r>
              <a:rPr kumimoji="0" lang="pt-PT" altLang="pt-PT" sz="1300" b="0" i="0" u="none" strike="noStrike" cap="none" normalizeH="0" baseline="0" dirty="0">
                <a:ln>
                  <a:noFill/>
                </a:ln>
                <a:effectLst/>
                <a:latin typeface="Arial" panose="020B0604020202020204" pitchFamily="34" charset="0"/>
              </a:rPr>
              <a:t> explorar como diferentes tecnologias de IA (ex.: aprendizagem profunda, robótica) são adotadas por </a:t>
            </a:r>
            <a:r>
              <a:rPr kumimoji="0" lang="pt-PT" altLang="pt-PT" sz="1300" b="0" i="0" u="none" strike="noStrike" cap="none" normalizeH="0" baseline="0" dirty="0" err="1">
                <a:ln>
                  <a:noFill/>
                </a:ln>
                <a:effectLst/>
                <a:latin typeface="Arial" panose="020B0604020202020204" pitchFamily="34" charset="0"/>
              </a:rPr>
              <a:t>startups</a:t>
            </a:r>
            <a:r>
              <a:rPr kumimoji="0" lang="pt-PT" altLang="pt-PT" sz="1300" b="0" i="0" u="none" strike="noStrike" cap="none" normalizeH="0" baseline="0" dirty="0">
                <a:ln>
                  <a:noFill/>
                </a:ln>
                <a:effectLst/>
                <a:latin typeface="Arial" panose="020B0604020202020204" pitchFamily="34" charset="0"/>
              </a:rPr>
              <a:t> sustentáveis; estudos de caso em setores específicos (energia, agricultura); análise de barreiras institucionais. Destacar relações causais e aplicações práticas – por ex., como IA pode resolver problemas ambientais locais.</a:t>
            </a:r>
          </a:p>
        </p:txBody>
      </p:sp>
    </p:spTree>
    <p:extLst>
      <p:ext uri="{BB962C8B-B14F-4D97-AF65-F5344CB8AC3E}">
        <p14:creationId xmlns:p14="http://schemas.microsoft.com/office/powerpoint/2010/main" val="4280569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439F2F6-47A6-AB4B-BFE2-AB9D05D68F0B}"/>
              </a:ext>
            </a:extLst>
          </p:cNvPr>
          <p:cNvSpPr>
            <a:spLocks noGrp="1"/>
          </p:cNvSpPr>
          <p:nvPr>
            <p:ph type="title"/>
          </p:nvPr>
        </p:nvSpPr>
        <p:spPr>
          <a:xfrm>
            <a:off x="5742672" y="909638"/>
            <a:ext cx="5848694" cy="1318062"/>
          </a:xfrm>
        </p:spPr>
        <p:txBody>
          <a:bodyPr>
            <a:normAutofit/>
          </a:bodyPr>
          <a:lstStyle/>
          <a:p>
            <a:r>
              <a:rPr lang="pt-PT" dirty="0"/>
              <a:t>Avaliação crítica</a:t>
            </a:r>
          </a:p>
        </p:txBody>
      </p:sp>
      <p:pic>
        <p:nvPicPr>
          <p:cNvPr id="8" name="Graphic 7" descr="Documento">
            <a:extLst>
              <a:ext uri="{FF2B5EF4-FFF2-40B4-BE49-F238E27FC236}">
                <a16:creationId xmlns:a16="http://schemas.microsoft.com/office/drawing/2014/main" id="{C47DA2F8-8FA3-7E7B-0BC2-E4A09DA5BA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0101" y="1679090"/>
            <a:ext cx="4455010" cy="4455010"/>
          </a:xfrm>
          <a:prstGeom prst="rect">
            <a:avLst/>
          </a:prstGeom>
        </p:spPr>
      </p:pic>
      <p:cxnSp>
        <p:nvCxnSpPr>
          <p:cNvPr id="20" name="Straight Connector 19">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80661" y="723900"/>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1">
            <a:extLst>
              <a:ext uri="{FF2B5EF4-FFF2-40B4-BE49-F238E27FC236}">
                <a16:creationId xmlns:a16="http://schemas.microsoft.com/office/drawing/2014/main" id="{EF83516A-F9C1-7D50-A6BC-339A9BA7A6FD}"/>
              </a:ext>
            </a:extLst>
          </p:cNvPr>
          <p:cNvSpPr>
            <a:spLocks noGrp="1" noChangeArrowheads="1"/>
          </p:cNvSpPr>
          <p:nvPr>
            <p:ph idx="1"/>
          </p:nvPr>
        </p:nvSpPr>
        <p:spPr bwMode="auto">
          <a:xfrm>
            <a:off x="5742672" y="2276474"/>
            <a:ext cx="5848694" cy="38850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700" b="1" i="0" u="none" strike="noStrike" cap="none" normalizeH="0" baseline="0" dirty="0">
                <a:ln>
                  <a:noFill/>
                </a:ln>
                <a:effectLst/>
                <a:latin typeface="Arial" panose="020B0604020202020204" pitchFamily="34" charset="0"/>
              </a:rPr>
              <a:t>Clareza e estrutura:</a:t>
            </a:r>
            <a:r>
              <a:rPr kumimoji="0" lang="pt-PT" altLang="pt-PT" sz="1700" b="0" i="0" u="none" strike="noStrike" cap="none" normalizeH="0" baseline="0" dirty="0">
                <a:ln>
                  <a:noFill/>
                </a:ln>
                <a:effectLst/>
                <a:latin typeface="Arial" panose="020B0604020202020204" pitchFamily="34" charset="0"/>
              </a:rPr>
              <a:t> o artigo é bem organizado (introdução, metodologia </a:t>
            </a:r>
            <a:r>
              <a:rPr kumimoji="0" lang="pt-PT" altLang="pt-PT" sz="1700" b="0" i="0" u="none" strike="noStrike" cap="none" normalizeH="0" baseline="0" dirty="0" err="1">
                <a:ln>
                  <a:noFill/>
                </a:ln>
                <a:effectLst/>
                <a:latin typeface="Arial" panose="020B0604020202020204" pitchFamily="34" charset="0"/>
              </a:rPr>
              <a:t>bibliométrica</a:t>
            </a:r>
            <a:r>
              <a:rPr kumimoji="0" lang="pt-PT" altLang="pt-PT" sz="1700" b="0" i="0" u="none" strike="noStrike" cap="none" normalizeH="0" baseline="0" dirty="0">
                <a:ln>
                  <a:noFill/>
                </a:ln>
                <a:effectLst/>
                <a:latin typeface="Arial" panose="020B0604020202020204" pitchFamily="34" charset="0"/>
              </a:rPr>
              <a:t>, resultados, discussão). A escrita é formal e acessível, adequada a público académico. Os objetivos e resultados ficam claros ao longo do texto.</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700" b="1" i="0" u="none" strike="noStrike" cap="none" normalizeH="0" baseline="0" dirty="0">
                <a:ln>
                  <a:noFill/>
                </a:ln>
                <a:effectLst/>
                <a:latin typeface="Arial" panose="020B0604020202020204" pitchFamily="34" charset="0"/>
              </a:rPr>
              <a:t>Bibliografia:</a:t>
            </a:r>
            <a:r>
              <a:rPr kumimoji="0" lang="pt-PT" altLang="pt-PT" sz="1700" b="0" i="0" u="none" strike="noStrike" cap="none" normalizeH="0" baseline="0" dirty="0">
                <a:ln>
                  <a:noFill/>
                </a:ln>
                <a:effectLst/>
                <a:latin typeface="Arial" panose="020B0604020202020204" pitchFamily="34" charset="0"/>
              </a:rPr>
              <a:t> abrangente e atualizada (inclui estudos fundadores e revisões recentes). Cita tanto literatura de empreendedorismo sustentável quanto de IA. Demonstra rigor ao contextualizar o tema histórico e interdisciplinar.</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700" b="1" i="0" u="none" strike="noStrike" cap="none" normalizeH="0" baseline="0" dirty="0">
                <a:ln>
                  <a:noFill/>
                </a:ln>
                <a:effectLst/>
                <a:latin typeface="Arial" panose="020B0604020202020204" pitchFamily="34" charset="0"/>
              </a:rPr>
              <a:t>Contribuições:</a:t>
            </a:r>
            <a:r>
              <a:rPr kumimoji="0" lang="pt-PT" altLang="pt-PT" sz="1700" b="0" i="0" u="none" strike="noStrike" cap="none" normalizeH="0" baseline="0" dirty="0">
                <a:ln>
                  <a:noFill/>
                </a:ln>
                <a:effectLst/>
                <a:latin typeface="Arial" panose="020B0604020202020204" pitchFamily="34" charset="0"/>
              </a:rPr>
              <a:t> sintetiza estado-da-arte de forma original, usando métodos visuais de análise. Oferece uma fotografia ampla do campo, valiosa para pesquisadores que entram nesse tema.</a:t>
            </a:r>
          </a:p>
        </p:txBody>
      </p:sp>
    </p:spTree>
    <p:extLst>
      <p:ext uri="{BB962C8B-B14F-4D97-AF65-F5344CB8AC3E}">
        <p14:creationId xmlns:p14="http://schemas.microsoft.com/office/powerpoint/2010/main" val="447260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7A3BEDE-A6C0-5269-CF16-CA4CFD7021CA}"/>
              </a:ext>
            </a:extLst>
          </p:cNvPr>
          <p:cNvSpPr>
            <a:spLocks noGrp="1"/>
          </p:cNvSpPr>
          <p:nvPr>
            <p:ph type="title"/>
          </p:nvPr>
        </p:nvSpPr>
        <p:spPr>
          <a:xfrm>
            <a:off x="5742672" y="909638"/>
            <a:ext cx="5848694" cy="1318062"/>
          </a:xfrm>
        </p:spPr>
        <p:txBody>
          <a:bodyPr>
            <a:normAutofit/>
          </a:bodyPr>
          <a:lstStyle/>
          <a:p>
            <a:r>
              <a:rPr lang="pt-PT" dirty="0"/>
              <a:t>Avaliação crítica</a:t>
            </a:r>
          </a:p>
        </p:txBody>
      </p:sp>
      <p:pic>
        <p:nvPicPr>
          <p:cNvPr id="7" name="Graphic 6" descr="Impressão digital">
            <a:extLst>
              <a:ext uri="{FF2B5EF4-FFF2-40B4-BE49-F238E27FC236}">
                <a16:creationId xmlns:a16="http://schemas.microsoft.com/office/drawing/2014/main" id="{0581D414-523C-4EE1-50B9-EE7169BF77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0101" y="1679090"/>
            <a:ext cx="4455010" cy="4455010"/>
          </a:xfrm>
          <a:prstGeom prst="rect">
            <a:avLst/>
          </a:prstGeom>
        </p:spPr>
      </p:pic>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80661" y="723900"/>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Marcador de Posição de Conteúdo 2">
            <a:extLst>
              <a:ext uri="{FF2B5EF4-FFF2-40B4-BE49-F238E27FC236}">
                <a16:creationId xmlns:a16="http://schemas.microsoft.com/office/drawing/2014/main" id="{0B0F0141-06CE-2EED-3157-DB9310004DF7}"/>
              </a:ext>
            </a:extLst>
          </p:cNvPr>
          <p:cNvSpPr>
            <a:spLocks noGrp="1"/>
          </p:cNvSpPr>
          <p:nvPr>
            <p:ph idx="1"/>
          </p:nvPr>
        </p:nvSpPr>
        <p:spPr>
          <a:xfrm>
            <a:off x="5742672" y="2276474"/>
            <a:ext cx="5848694" cy="3885027"/>
          </a:xfrm>
        </p:spPr>
        <p:txBody>
          <a:bodyPr>
            <a:normAutofit/>
          </a:bodyPr>
          <a:lstStyle/>
          <a:p>
            <a:pPr marL="0" lvl="0" indent="0" eaLnBrk="0" fontAlgn="base" hangingPunct="0">
              <a:lnSpc>
                <a:spcPct val="100000"/>
              </a:lnSpc>
              <a:spcBef>
                <a:spcPct val="0"/>
              </a:spcBef>
              <a:spcAft>
                <a:spcPts val="600"/>
              </a:spcAft>
              <a:buFontTx/>
              <a:buChar char="•"/>
            </a:pPr>
            <a:r>
              <a:rPr lang="pt-PT" altLang="pt-PT" sz="1900" b="1">
                <a:latin typeface="Arial" panose="020B0604020202020204" pitchFamily="34" charset="0"/>
              </a:rPr>
              <a:t>Lacunas e críticas:</a:t>
            </a:r>
            <a:r>
              <a:rPr lang="pt-PT" altLang="pt-PT" sz="1900">
                <a:latin typeface="Arial" panose="020B0604020202020204" pitchFamily="34" charset="0"/>
              </a:rPr>
              <a:t> baseia-se exclusivamente em fontes secundárias; falta análise crítica dos dados (por ex., não diferencia qualidade dos estudos). Poderia beneficiar de discussão mais aprofundada sobre limitações éticas ou sociais do uso de IA. Faltam recomendações práticas detalhadas para empreendedores ou legisladores.</a:t>
            </a:r>
          </a:p>
          <a:p>
            <a:pPr marL="0" lvl="0" indent="0" eaLnBrk="0" fontAlgn="base" hangingPunct="0">
              <a:lnSpc>
                <a:spcPct val="100000"/>
              </a:lnSpc>
              <a:spcBef>
                <a:spcPct val="0"/>
              </a:spcBef>
              <a:spcAft>
                <a:spcPts val="600"/>
              </a:spcAft>
              <a:buFontTx/>
              <a:buChar char="•"/>
            </a:pPr>
            <a:r>
              <a:rPr lang="pt-PT" altLang="pt-PT" sz="1900" b="1">
                <a:latin typeface="Arial" panose="020B0604020202020204" pitchFamily="34" charset="0"/>
              </a:rPr>
              <a:t>Conclusão da crítica:</a:t>
            </a:r>
            <a:r>
              <a:rPr lang="pt-PT" altLang="pt-PT" sz="1900">
                <a:latin typeface="Arial" panose="020B0604020202020204" pitchFamily="34" charset="0"/>
              </a:rPr>
              <a:t> trabalho sólido do ponto de vista </a:t>
            </a:r>
            <a:r>
              <a:rPr lang="pt-PT" altLang="pt-PT" sz="1900" err="1">
                <a:latin typeface="Arial" panose="020B0604020202020204" pitchFamily="34" charset="0"/>
              </a:rPr>
              <a:t>bibliométrico</a:t>
            </a:r>
            <a:r>
              <a:rPr lang="pt-PT" altLang="pt-PT" sz="1900">
                <a:latin typeface="Arial" panose="020B0604020202020204" pitchFamily="34" charset="0"/>
              </a:rPr>
              <a:t>, mas deve ser complementado por pesquisas qualitativas e empíricas para medir efetivamente o impacto da IA em empreendimentos sustentáveis.</a:t>
            </a:r>
          </a:p>
          <a:p>
            <a:pPr>
              <a:lnSpc>
                <a:spcPct val="100000"/>
              </a:lnSpc>
            </a:pPr>
            <a:endParaRPr lang="pt-PT" sz="1900"/>
          </a:p>
        </p:txBody>
      </p:sp>
    </p:spTree>
    <p:extLst>
      <p:ext uri="{BB962C8B-B14F-4D97-AF65-F5344CB8AC3E}">
        <p14:creationId xmlns:p14="http://schemas.microsoft.com/office/powerpoint/2010/main" val="2180494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FBBFBE8-E0DC-3888-07EE-5E36047F58C9}"/>
              </a:ext>
            </a:extLst>
          </p:cNvPr>
          <p:cNvSpPr>
            <a:spLocks noGrp="1"/>
          </p:cNvSpPr>
          <p:nvPr>
            <p:ph type="title"/>
          </p:nvPr>
        </p:nvSpPr>
        <p:spPr>
          <a:xfrm>
            <a:off x="4866968" y="914400"/>
            <a:ext cx="6627924" cy="1307592"/>
          </a:xfrm>
        </p:spPr>
        <p:txBody>
          <a:bodyPr>
            <a:normAutofit/>
          </a:bodyPr>
          <a:lstStyle/>
          <a:p>
            <a:r>
              <a:rPr lang="pt-PT" dirty="0"/>
              <a:t>Conclusão</a:t>
            </a:r>
          </a:p>
        </p:txBody>
      </p:sp>
      <p:pic>
        <p:nvPicPr>
          <p:cNvPr id="15" name="Picture 5" descr="Gráfico financeiro digital">
            <a:extLst>
              <a:ext uri="{FF2B5EF4-FFF2-40B4-BE49-F238E27FC236}">
                <a16:creationId xmlns:a16="http://schemas.microsoft.com/office/drawing/2014/main" id="{85D8E875-42CE-DEB6-640F-F9D33A9B5180}"/>
              </a:ext>
            </a:extLst>
          </p:cNvPr>
          <p:cNvPicPr>
            <a:picLocks noChangeAspect="1"/>
          </p:cNvPicPr>
          <p:nvPr/>
        </p:nvPicPr>
        <p:blipFill>
          <a:blip r:embed="rId2"/>
          <a:srcRect l="37266" r="28324" b="1"/>
          <a:stretch>
            <a:fillRect/>
          </a:stretch>
        </p:blipFill>
        <p:spPr>
          <a:xfrm>
            <a:off x="20" y="-17929"/>
            <a:ext cx="4206220" cy="6875929"/>
          </a:xfrm>
          <a:prstGeom prst="rect">
            <a:avLst/>
          </a:prstGeom>
        </p:spPr>
      </p:pic>
      <p:cxnSp>
        <p:nvCxnSpPr>
          <p:cNvPr id="24" name="Straight Connector 23">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AF6CE5E1-8C69-E40A-70C5-A4C498A22BAC}"/>
              </a:ext>
            </a:extLst>
          </p:cNvPr>
          <p:cNvSpPr>
            <a:spLocks noGrp="1" noChangeArrowheads="1"/>
          </p:cNvSpPr>
          <p:nvPr>
            <p:ph idx="1"/>
          </p:nvPr>
        </p:nvSpPr>
        <p:spPr bwMode="auto">
          <a:xfrm>
            <a:off x="4866968" y="2221992"/>
            <a:ext cx="6627924" cy="373989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0" i="0" u="none" strike="noStrike" cap="none" normalizeH="0" baseline="0" dirty="0">
                <a:ln>
                  <a:noFill/>
                </a:ln>
                <a:effectLst/>
                <a:latin typeface="Arial" panose="020B0604020202020204" pitchFamily="34" charset="0"/>
              </a:rPr>
              <a:t>O artigo </a:t>
            </a:r>
            <a:r>
              <a:rPr kumimoji="0" lang="pt-PT" altLang="pt-PT" sz="1400" b="1" i="0" u="none" strike="noStrike" cap="none" normalizeH="0" baseline="0" dirty="0">
                <a:ln>
                  <a:noFill/>
                </a:ln>
                <a:effectLst/>
                <a:latin typeface="Arial" panose="020B0604020202020204" pitchFamily="34" charset="0"/>
              </a:rPr>
              <a:t>mapeia</a:t>
            </a:r>
            <a:r>
              <a:rPr kumimoji="0" lang="pt-PT" altLang="pt-PT" sz="1400" b="0" i="0" u="none" strike="noStrike" cap="none" normalizeH="0" baseline="0" dirty="0">
                <a:ln>
                  <a:noFill/>
                </a:ln>
                <a:effectLst/>
                <a:latin typeface="Arial" panose="020B0604020202020204" pitchFamily="34" charset="0"/>
              </a:rPr>
              <a:t> de forma abrangente como tecnologias de IA têm sido estudadas no contexto do empreendedorismo sustentável. Demonstra crescimento acelerado do interesse acadêmico e identifica </a:t>
            </a:r>
            <a:r>
              <a:rPr kumimoji="0" lang="pt-PT" altLang="pt-PT" sz="1400" b="0" i="1" u="none" strike="noStrike" cap="none" normalizeH="0" baseline="0" dirty="0">
                <a:ln>
                  <a:noFill/>
                </a:ln>
                <a:effectLst/>
                <a:latin typeface="Arial" panose="020B0604020202020204" pitchFamily="34" charset="0"/>
              </a:rPr>
              <a:t>temas-chave</a:t>
            </a:r>
            <a:r>
              <a:rPr kumimoji="0" lang="pt-PT" altLang="pt-PT" sz="1400" b="0" i="0" u="none" strike="noStrike" cap="none" normalizeH="0" baseline="0" dirty="0">
                <a:ln>
                  <a:noFill/>
                </a:ln>
                <a:effectLst/>
                <a:latin typeface="Arial" panose="020B0604020202020204" pitchFamily="34" charset="0"/>
              </a:rPr>
              <a:t> (e.g., eficiência ecológica, modelos de negócio sustentáveis).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0" i="0" u="none" strike="noStrike" cap="none" normalizeH="0" baseline="0" dirty="0">
                <a:ln>
                  <a:noFill/>
                </a:ln>
                <a:effectLst/>
                <a:latin typeface="Arial" panose="020B0604020202020204" pitchFamily="34" charset="0"/>
              </a:rPr>
              <a:t>Evidencia </a:t>
            </a:r>
            <a:r>
              <a:rPr kumimoji="0" lang="pt-PT" altLang="pt-PT" sz="1400" b="1" i="0" u="none" strike="noStrike" cap="none" normalizeH="0" baseline="0" dirty="0">
                <a:ln>
                  <a:noFill/>
                </a:ln>
                <a:effectLst/>
                <a:latin typeface="Arial" panose="020B0604020202020204" pitchFamily="34" charset="0"/>
              </a:rPr>
              <a:t>benefícios potenciais</a:t>
            </a:r>
            <a:r>
              <a:rPr kumimoji="0" lang="pt-PT" altLang="pt-PT" sz="1400" b="0" i="0" u="none" strike="noStrike" cap="none" normalizeH="0" baseline="0" dirty="0">
                <a:ln>
                  <a:noFill/>
                </a:ln>
                <a:effectLst/>
                <a:latin typeface="Arial" panose="020B0604020202020204" pitchFamily="34" charset="0"/>
              </a:rPr>
              <a:t> da IA para a sustentabilidade empresarial (otimização de recursos, suporte a inovações verdes) e destaca a </a:t>
            </a:r>
            <a:r>
              <a:rPr kumimoji="0" lang="pt-PT" altLang="pt-PT" sz="1400" b="0" i="1" u="none" strike="noStrike" cap="none" normalizeH="0" baseline="0" dirty="0">
                <a:ln>
                  <a:noFill/>
                </a:ln>
                <a:effectLst/>
                <a:latin typeface="Arial" panose="020B0604020202020204" pitchFamily="34" charset="0"/>
              </a:rPr>
              <a:t>relação positiva</a:t>
            </a:r>
            <a:r>
              <a:rPr kumimoji="0" lang="pt-PT" altLang="pt-PT" sz="1400" b="0" i="0" u="none" strike="noStrike" cap="none" normalizeH="0" baseline="0" dirty="0">
                <a:ln>
                  <a:noFill/>
                </a:ln>
                <a:effectLst/>
                <a:latin typeface="Arial" panose="020B0604020202020204" pitchFamily="34" charset="0"/>
              </a:rPr>
              <a:t> entre IA e objetivos ambientais.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1" i="0" u="none" strike="noStrike" cap="none" normalizeH="0" baseline="0" dirty="0">
                <a:ln>
                  <a:noFill/>
                </a:ln>
                <a:effectLst/>
                <a:latin typeface="Arial" panose="020B0604020202020204" pitchFamily="34" charset="0"/>
              </a:rPr>
              <a:t>Contribuição geral:</a:t>
            </a:r>
            <a:r>
              <a:rPr kumimoji="0" lang="pt-PT" altLang="pt-PT" sz="1400" b="0" i="0" u="none" strike="noStrike" cap="none" normalizeH="0" baseline="0" dirty="0">
                <a:ln>
                  <a:noFill/>
                </a:ln>
                <a:effectLst/>
                <a:latin typeface="Arial" panose="020B0604020202020204" pitchFamily="34" charset="0"/>
              </a:rPr>
              <a:t> fornece uma revisão crítica e visual do estado atual da pesquisa, orientando acadêmicos sobre onde concentrar estudos futuros. Ressalta lacunas no conhecimento (e.g., análise de impactos reais, regulamentação ética) e sugere direções promissoras.</a:t>
            </a:r>
          </a:p>
          <a:p>
            <a:pPr marL="0" marR="0" lvl="0" indent="0" defTabSz="914400" rtl="0" eaLnBrk="0" fontAlgn="base" latinLnBrk="0" hangingPunct="0">
              <a:lnSpc>
                <a:spcPct val="100000"/>
              </a:lnSpc>
              <a:spcBef>
                <a:spcPct val="0"/>
              </a:spcBef>
              <a:spcAft>
                <a:spcPts val="600"/>
              </a:spcAft>
              <a:buClrTx/>
              <a:buSzTx/>
              <a:buFontTx/>
              <a:buChar char="•"/>
              <a:tabLst/>
            </a:pPr>
            <a:r>
              <a:rPr kumimoji="0" lang="pt-PT" altLang="pt-PT" sz="1400" b="1" i="0" u="none" strike="noStrike" cap="none" normalizeH="0" baseline="0" dirty="0">
                <a:ln>
                  <a:noFill/>
                </a:ln>
                <a:effectLst/>
                <a:latin typeface="Arial" panose="020B0604020202020204" pitchFamily="34" charset="0"/>
              </a:rPr>
              <a:t>Mensagem final:</a:t>
            </a:r>
            <a:r>
              <a:rPr kumimoji="0" lang="pt-PT" altLang="pt-PT" sz="1400" b="0" i="0" u="none" strike="noStrike" cap="none" normalizeH="0" baseline="0" dirty="0">
                <a:ln>
                  <a:noFill/>
                </a:ln>
                <a:effectLst/>
                <a:latin typeface="Arial" panose="020B0604020202020204" pitchFamily="34" charset="0"/>
              </a:rPr>
              <a:t> integração de IA ao empreendedorismo deve ser acompanhada de atenção aos aspetos sociais e ambientais. Este trabalho prepara estudantes e investigadores para entender a evolução do campo e participar do debate informado sobre inovação responsável.</a:t>
            </a:r>
          </a:p>
        </p:txBody>
      </p:sp>
      <p:cxnSp>
        <p:nvCxnSpPr>
          <p:cNvPr id="26" name="Straight Connector 25">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6168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ítulo 1">
            <a:extLst>
              <a:ext uri="{FF2B5EF4-FFF2-40B4-BE49-F238E27FC236}">
                <a16:creationId xmlns:a16="http://schemas.microsoft.com/office/drawing/2014/main" id="{CC6D0694-7A9E-B19B-5E1D-95D01B2E0E48}"/>
              </a:ext>
            </a:extLst>
          </p:cNvPr>
          <p:cNvSpPr>
            <a:spLocks noGrp="1"/>
          </p:cNvSpPr>
          <p:nvPr>
            <p:ph type="title"/>
          </p:nvPr>
        </p:nvSpPr>
        <p:spPr>
          <a:xfrm>
            <a:off x="954823" y="2109493"/>
            <a:ext cx="4265763" cy="1441776"/>
          </a:xfrm>
        </p:spPr>
        <p:txBody>
          <a:bodyPr anchor="t">
            <a:normAutofit/>
          </a:bodyPr>
          <a:lstStyle/>
          <a:p>
            <a:r>
              <a:rPr lang="pt-PT" dirty="0"/>
              <a:t>Referência Bibliográfica</a:t>
            </a:r>
          </a:p>
        </p:txBody>
      </p:sp>
      <p:sp>
        <p:nvSpPr>
          <p:cNvPr id="3" name="Marcador de Posição de Conteúdo 2">
            <a:extLst>
              <a:ext uri="{FF2B5EF4-FFF2-40B4-BE49-F238E27FC236}">
                <a16:creationId xmlns:a16="http://schemas.microsoft.com/office/drawing/2014/main" id="{4B72CBBE-CA0D-61D3-3E47-7F8961A6B175}"/>
              </a:ext>
            </a:extLst>
          </p:cNvPr>
          <p:cNvSpPr>
            <a:spLocks noGrp="1"/>
          </p:cNvSpPr>
          <p:nvPr>
            <p:ph idx="1"/>
          </p:nvPr>
        </p:nvSpPr>
        <p:spPr>
          <a:xfrm>
            <a:off x="5871353" y="2200490"/>
            <a:ext cx="5269831" cy="3445399"/>
          </a:xfrm>
        </p:spPr>
        <p:txBody>
          <a:bodyPr>
            <a:normAutofit/>
          </a:bodyPr>
          <a:lstStyle/>
          <a:p>
            <a:r>
              <a:rPr lang="pt-PT" dirty="0"/>
              <a:t>GUPTA, B. B.; GAURAV, A.; PANIGRAHI, P. K.; ARYA, V. </a:t>
            </a:r>
            <a:r>
              <a:rPr lang="pt-PT" i="1" dirty="0" err="1"/>
              <a:t>Analysis</a:t>
            </a:r>
            <a:r>
              <a:rPr lang="pt-PT" i="1" dirty="0"/>
              <a:t> </a:t>
            </a:r>
            <a:r>
              <a:rPr lang="pt-PT" i="1" dirty="0" err="1"/>
              <a:t>of</a:t>
            </a:r>
            <a:r>
              <a:rPr lang="pt-PT" i="1" dirty="0"/>
              <a:t> artificial </a:t>
            </a:r>
            <a:r>
              <a:rPr lang="pt-PT" i="1" dirty="0" err="1"/>
              <a:t>intelligence-based</a:t>
            </a:r>
            <a:r>
              <a:rPr lang="pt-PT" i="1" dirty="0"/>
              <a:t> </a:t>
            </a:r>
            <a:r>
              <a:rPr lang="pt-PT" i="1" dirty="0" err="1"/>
              <a:t>technologies</a:t>
            </a:r>
            <a:r>
              <a:rPr lang="pt-PT" i="1" dirty="0"/>
              <a:t> </a:t>
            </a:r>
            <a:r>
              <a:rPr lang="pt-PT" i="1" dirty="0" err="1"/>
              <a:t>and</a:t>
            </a:r>
            <a:r>
              <a:rPr lang="pt-PT" i="1" dirty="0"/>
              <a:t> </a:t>
            </a:r>
            <a:r>
              <a:rPr lang="pt-PT" i="1" dirty="0" err="1"/>
              <a:t>approaches</a:t>
            </a:r>
            <a:r>
              <a:rPr lang="pt-PT" i="1" dirty="0"/>
              <a:t> </a:t>
            </a:r>
            <a:r>
              <a:rPr lang="pt-PT" i="1" dirty="0" err="1"/>
              <a:t>on</a:t>
            </a:r>
            <a:r>
              <a:rPr lang="pt-PT" i="1" dirty="0"/>
              <a:t> </a:t>
            </a:r>
            <a:r>
              <a:rPr lang="pt-PT" i="1" dirty="0" err="1"/>
              <a:t>sustainable</a:t>
            </a:r>
            <a:r>
              <a:rPr lang="pt-PT" i="1" dirty="0"/>
              <a:t> </a:t>
            </a:r>
            <a:r>
              <a:rPr lang="pt-PT" i="1" dirty="0" err="1"/>
              <a:t>entrepreneurship</a:t>
            </a:r>
            <a:r>
              <a:rPr lang="pt-PT" dirty="0"/>
              <a:t>. </a:t>
            </a:r>
            <a:r>
              <a:rPr lang="pt-PT" b="1" dirty="0" err="1"/>
              <a:t>Technological</a:t>
            </a:r>
            <a:r>
              <a:rPr lang="pt-PT" b="1" dirty="0"/>
              <a:t> </a:t>
            </a:r>
            <a:r>
              <a:rPr lang="pt-PT" b="1" dirty="0" err="1"/>
              <a:t>Forecasting</a:t>
            </a:r>
            <a:r>
              <a:rPr lang="pt-PT" b="1" dirty="0"/>
              <a:t> </a:t>
            </a:r>
            <a:r>
              <a:rPr lang="pt-PT" b="1" dirty="0" err="1"/>
              <a:t>and</a:t>
            </a:r>
            <a:r>
              <a:rPr lang="pt-PT" b="1" dirty="0"/>
              <a:t> Social </a:t>
            </a:r>
            <a:r>
              <a:rPr lang="pt-PT" b="1" dirty="0" err="1"/>
              <a:t>Change</a:t>
            </a:r>
            <a:r>
              <a:rPr lang="pt-PT" dirty="0"/>
              <a:t>, v. 186, p. 122152, 2023.</a:t>
            </a:r>
          </a:p>
        </p:txBody>
      </p:sp>
      <p:cxnSp>
        <p:nvCxnSpPr>
          <p:cNvPr id="19" name="Straight Connector 18">
            <a:extLst>
              <a:ext uri="{FF2B5EF4-FFF2-40B4-BE49-F238E27FC236}">
                <a16:creationId xmlns:a16="http://schemas.microsoft.com/office/drawing/2014/main" id="{78F0A063-5253-8DF5-3B7B-12FE096705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0816" y="3764346"/>
            <a:ext cx="402336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0975297"/>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503</TotalTime>
  <Words>1640</Words>
  <Application>Microsoft Office PowerPoint</Application>
  <PresentationFormat>Ecrã Panorâmico</PresentationFormat>
  <Paragraphs>59</Paragraphs>
  <Slides>14</Slides>
  <Notes>0</Notes>
  <HiddenSlides>0</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14</vt:i4>
      </vt:variant>
    </vt:vector>
  </HeadingPairs>
  <TitlesOfParts>
    <vt:vector size="20" baseType="lpstr">
      <vt:lpstr>Arial</vt:lpstr>
      <vt:lpstr>Bierstadt</vt:lpstr>
      <vt:lpstr>Calisto MT</vt:lpstr>
      <vt:lpstr>Neue Haas Grotesk Text Pro</vt:lpstr>
      <vt:lpstr>Univers Condensed</vt:lpstr>
      <vt:lpstr>ChronicleVTI</vt:lpstr>
      <vt:lpstr>Recensão Crítica ao Artigo Científico</vt:lpstr>
      <vt:lpstr>Identificação da obra</vt:lpstr>
      <vt:lpstr>Autores e dados biográficos relevantes</vt:lpstr>
      <vt:lpstr>Autores e dados biográficos relevantes</vt:lpstr>
      <vt:lpstr>Contextualização</vt:lpstr>
      <vt:lpstr>Objetivo e metodologia do artigo</vt:lpstr>
      <vt:lpstr>Resultados principais</vt:lpstr>
      <vt:lpstr>Resultados principais</vt:lpstr>
      <vt:lpstr>Relação IA e sustentabilidade</vt:lpstr>
      <vt:lpstr>Limitações e futuras investigações</vt:lpstr>
      <vt:lpstr>Avaliação crítica</vt:lpstr>
      <vt:lpstr>Avaliação crítica</vt:lpstr>
      <vt:lpstr>Conclusão</vt:lpstr>
      <vt:lpstr>Referência Bibliográfica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DIOGO ALEXANDRE BOTAS CARVALHO</dc:creator>
  <cp:lastModifiedBy>diogo carvalho</cp:lastModifiedBy>
  <cp:revision>1</cp:revision>
  <dcterms:created xsi:type="dcterms:W3CDTF">2025-10-14T00:45:11Z</dcterms:created>
  <dcterms:modified xsi:type="dcterms:W3CDTF">2025-10-16T10:34:45Z</dcterms:modified>
</cp:coreProperties>
</file>