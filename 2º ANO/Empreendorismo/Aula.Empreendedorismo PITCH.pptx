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15" r:id="rId3"/>
    <p:sldId id="316" r:id="rId4"/>
    <p:sldId id="317" r:id="rId5"/>
    <p:sldId id="319" r:id="rId6"/>
    <p:sldId id="334" r:id="rId7"/>
    <p:sldId id="335" r:id="rId8"/>
    <p:sldId id="336" r:id="rId9"/>
    <p:sldId id="337" r:id="rId10"/>
    <p:sldId id="338" r:id="rId11"/>
    <p:sldId id="339" r:id="rId12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8D51BA07-F7D7-4808-B8DD-B4FEADD5A664}">
          <p14:sldIdLst>
            <p14:sldId id="258"/>
            <p14:sldId id="315"/>
            <p14:sldId id="316"/>
            <p14:sldId id="317"/>
            <p14:sldId id="319"/>
            <p14:sldId id="334"/>
            <p14:sldId id="335"/>
            <p14:sldId id="336"/>
            <p14:sldId id="337"/>
            <p14:sldId id="338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1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72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553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948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49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014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4338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207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5213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291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7470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883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4DA23-6996-43CE-B23E-4E425A3DF55D}" type="datetimeFigureOut">
              <a:rPr lang="pt-PT" smtClean="0"/>
              <a:t>05/01/2022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440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q3fwHwgB9g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1484784"/>
            <a:ext cx="9144000" cy="3970318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endParaRPr lang="pt-PT" sz="4000" b="1" dirty="0">
              <a:solidFill>
                <a:schemeClr val="bg1"/>
              </a:solidFill>
            </a:endParaRPr>
          </a:p>
          <a:p>
            <a:pPr algn="ctr"/>
            <a:endParaRPr lang="pt-PT" sz="4000" b="1" dirty="0" smtClean="0">
              <a:solidFill>
                <a:schemeClr val="bg1"/>
              </a:solidFill>
            </a:endParaRPr>
          </a:p>
          <a:p>
            <a:pPr algn="ctr"/>
            <a:r>
              <a:rPr lang="pt-PT" sz="4000" b="1" dirty="0" smtClean="0">
                <a:solidFill>
                  <a:schemeClr val="bg1"/>
                </a:solidFill>
              </a:rPr>
              <a:t>  EMPREENDEDORISMO</a:t>
            </a:r>
          </a:p>
          <a:p>
            <a:pPr algn="ctr"/>
            <a:endParaRPr lang="pt-PT" sz="4000" b="1" dirty="0">
              <a:solidFill>
                <a:schemeClr val="bg1"/>
              </a:solidFill>
            </a:endParaRPr>
          </a:p>
          <a:p>
            <a:pPr algn="ctr"/>
            <a:endParaRPr lang="pt-PT" sz="4000" b="1" dirty="0" smtClean="0">
              <a:solidFill>
                <a:schemeClr val="bg1"/>
              </a:solidFill>
            </a:endParaRPr>
          </a:p>
          <a:p>
            <a:pPr algn="r"/>
            <a:r>
              <a:rPr lang="pt-PT" sz="3200" b="1" dirty="0" smtClean="0">
                <a:solidFill>
                  <a:schemeClr val="bg1"/>
                </a:solidFill>
              </a:rPr>
              <a:t>Aulas</a:t>
            </a:r>
            <a:endParaRPr lang="pt-PT" sz="3200" b="1" dirty="0">
              <a:solidFill>
                <a:schemeClr val="bg1"/>
              </a:solidFill>
            </a:endParaRPr>
          </a:p>
          <a:p>
            <a:pPr algn="r"/>
            <a:r>
              <a:rPr lang="pt-PT" b="1" smtClean="0">
                <a:solidFill>
                  <a:schemeClr val="bg1"/>
                </a:solidFill>
              </a:rPr>
              <a:t>Sofia Vairinho (Faculdade </a:t>
            </a:r>
            <a:r>
              <a:rPr lang="pt-PT" b="1" dirty="0" smtClean="0">
                <a:solidFill>
                  <a:schemeClr val="bg1"/>
                </a:solidFill>
              </a:rPr>
              <a:t>de Economia)</a:t>
            </a:r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D:\Utilizadores\jguerreiro\Pictures\GEM\logofc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35896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5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76470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Estratégico </a:t>
            </a:r>
            <a:b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de uma ideia de empresa</a:t>
            </a:r>
            <a:br>
              <a:rPr lang="pt-PT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(proposta)</a:t>
            </a:r>
            <a:endParaRPr lang="pt-PT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061461"/>
              </p:ext>
            </p:extLst>
          </p:nvPr>
        </p:nvGraphicFramePr>
        <p:xfrm>
          <a:off x="395536" y="2852936"/>
          <a:ext cx="8424935" cy="3369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7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662"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algn="ctr"/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Objetivos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página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algn="ctr"/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Análise Externa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a 3 páginas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algn="ctr"/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Plano de Negócios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a 7 páginas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algn="ctr"/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Análise SWOT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a 2 páginas</a:t>
                      </a:r>
                      <a:endParaRPr lang="pt-PT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662">
                <a:tc gridSpan="2">
                  <a:txBody>
                    <a:bodyPr/>
                    <a:lstStyle/>
                    <a:p>
                      <a:r>
                        <a:rPr lang="pt-PT" sz="2800" dirty="0" smtClean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PLANO ESTRATÉGICO</a:t>
                      </a:r>
                      <a:endParaRPr lang="pt-PT" sz="28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800" dirty="0" smtClean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a</a:t>
                      </a:r>
                      <a:r>
                        <a:rPr lang="pt-PT" sz="2800" baseline="0" dirty="0" smtClean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13 páginas</a:t>
                      </a:r>
                      <a:endParaRPr lang="pt-PT" sz="28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74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76470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Estratégico </a:t>
            </a:r>
            <a:b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de uma ideia de empresa</a:t>
            </a:r>
            <a:br>
              <a:rPr lang="pt-PT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(proposta)</a:t>
            </a:r>
            <a:endParaRPr lang="pt-PT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187624" y="2564904"/>
            <a:ext cx="676875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 smtClean="0"/>
          </a:p>
          <a:p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Formato: texto com letra </a:t>
            </a:r>
            <a:r>
              <a:rPr lang="pt-PT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Arial</a:t>
            </a: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11, com os anexos necessários;</a:t>
            </a:r>
          </a:p>
          <a:p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Prazo de entrega: </a:t>
            </a: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----</a:t>
            </a: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Discussão: </a:t>
            </a: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endParaRPr lang="pt-PT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7039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827584" y="2636912"/>
            <a:ext cx="756084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b="1" dirty="0" smtClean="0"/>
              <a:t>APRESENTAÇÃO</a:t>
            </a:r>
          </a:p>
          <a:p>
            <a:pPr algn="ctr"/>
            <a:endParaRPr lang="pt-PT" sz="4000" b="1" dirty="0"/>
          </a:p>
          <a:p>
            <a:pPr algn="ctr"/>
            <a:r>
              <a:rPr lang="pt-PT" sz="3200" b="1" dirty="0" smtClean="0"/>
              <a:t>O ‘</a:t>
            </a:r>
            <a:r>
              <a:rPr lang="pt-PT" sz="3200" b="1" dirty="0" err="1" smtClean="0"/>
              <a:t>Pitch</a:t>
            </a:r>
            <a:r>
              <a:rPr lang="pt-PT" sz="3200" b="1" dirty="0" smtClean="0"/>
              <a:t>’</a:t>
            </a:r>
          </a:p>
          <a:p>
            <a:pPr algn="ctr"/>
            <a:endParaRPr lang="pt-PT" sz="3200" b="1" dirty="0"/>
          </a:p>
          <a:p>
            <a:pPr algn="ctr"/>
            <a:r>
              <a:rPr lang="pt-PT" sz="2800" b="1">
                <a:hlinkClick r:id="rId2"/>
              </a:rPr>
              <a:t>https://</a:t>
            </a:r>
            <a:r>
              <a:rPr lang="pt-PT" sz="2800" b="1" smtClean="0">
                <a:hlinkClick r:id="rId2"/>
              </a:rPr>
              <a:t>www.youtube.com/watch?v=zq3fwHwgB9g</a:t>
            </a:r>
            <a:endParaRPr lang="pt-PT" sz="2800" b="1" smtClean="0"/>
          </a:p>
          <a:p>
            <a:pPr algn="ctr"/>
            <a:endParaRPr lang="pt-PT" sz="2800" b="1" dirty="0"/>
          </a:p>
        </p:txBody>
      </p:sp>
    </p:spTree>
    <p:extLst>
      <p:ext uri="{BB962C8B-B14F-4D97-AF65-F5344CB8AC3E}">
        <p14:creationId xmlns:p14="http://schemas.microsoft.com/office/powerpoint/2010/main" val="117889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83568" y="1052736"/>
            <a:ext cx="79928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u="sng" dirty="0" smtClean="0"/>
              <a:t>Elementos para fazer uma apresentação sobre uma ideia de negócio:</a:t>
            </a:r>
          </a:p>
          <a:p>
            <a:endParaRPr lang="pt-PT" dirty="0"/>
          </a:p>
          <a:p>
            <a:endParaRPr lang="pt-PT" dirty="0"/>
          </a:p>
          <a:p>
            <a:r>
              <a:rPr lang="pt-PT" b="1" dirty="0"/>
              <a:t>Elevator </a:t>
            </a:r>
            <a:r>
              <a:rPr lang="pt-PT" b="1" dirty="0" err="1"/>
              <a:t>Pitch</a:t>
            </a:r>
            <a:r>
              <a:rPr lang="pt-PT" b="1" dirty="0"/>
              <a:t>” ou apenas “</a:t>
            </a:r>
            <a:r>
              <a:rPr lang="pt-PT" b="1" dirty="0" err="1"/>
              <a:t>Pitch</a:t>
            </a:r>
            <a:r>
              <a:rPr lang="pt-PT" b="1" dirty="0"/>
              <a:t>” é uma expressão inglesa que pretende referir-se a uma curta apresentação de vendas. Tão curta e objetiva que pode ser feita durante uma “viagem” de elevador.</a:t>
            </a:r>
          </a:p>
          <a:p>
            <a:r>
              <a:rPr lang="pt-PT" dirty="0"/>
              <a:t>Seja claro, conciso e entusiasta. </a:t>
            </a:r>
          </a:p>
          <a:p>
            <a:endParaRPr lang="pt-PT" dirty="0" smtClean="0"/>
          </a:p>
          <a:p>
            <a:r>
              <a:rPr lang="pt-PT" dirty="0" smtClean="0"/>
              <a:t>Seja </a:t>
            </a:r>
            <a:r>
              <a:rPr lang="pt-PT" dirty="0"/>
              <a:t>criativo e inovador! </a:t>
            </a:r>
            <a:r>
              <a:rPr lang="pt-PT" dirty="0" smtClean="0"/>
              <a:t>Realize a apresentação como se o </a:t>
            </a:r>
            <a:r>
              <a:rPr lang="pt-PT" dirty="0"/>
              <a:t>seu sucesso depende disso.</a:t>
            </a:r>
          </a:p>
          <a:p>
            <a:endParaRPr lang="pt-PT" dirty="0" smtClean="0"/>
          </a:p>
          <a:p>
            <a:r>
              <a:rPr lang="pt-PT" dirty="0" smtClean="0"/>
              <a:t>Para </a:t>
            </a:r>
            <a:r>
              <a:rPr lang="pt-PT" dirty="0"/>
              <a:t>o ajudar, ficam aqui umas dicas sobre a forma como deve fazer o seu </a:t>
            </a:r>
            <a:r>
              <a:rPr lang="pt-PT" dirty="0" err="1"/>
              <a:t>Pitch</a:t>
            </a:r>
            <a:r>
              <a:rPr lang="pt-PT" dirty="0"/>
              <a:t>. </a:t>
            </a:r>
            <a:endParaRPr lang="pt-PT" dirty="0" smtClean="0"/>
          </a:p>
          <a:p>
            <a:r>
              <a:rPr lang="pt-PT" b="1" dirty="0" smtClean="0"/>
              <a:t>As apresentações devem ser realizadas entre 5 a 10 </a:t>
            </a:r>
            <a:r>
              <a:rPr lang="pt-PT" b="1" dirty="0"/>
              <a:t>minutos</a:t>
            </a:r>
            <a:r>
              <a:rPr lang="pt-PT" dirty="0"/>
              <a:t>. </a:t>
            </a:r>
            <a:r>
              <a:rPr lang="pt-PT" dirty="0" smtClean="0"/>
              <a:t>Contudo, num verdadeiro ‘</a:t>
            </a:r>
            <a:r>
              <a:rPr lang="pt-PT" dirty="0" err="1" smtClean="0"/>
              <a:t>pitch</a:t>
            </a:r>
            <a:r>
              <a:rPr lang="pt-PT" dirty="0" smtClean="0"/>
              <a:t>’ a investidores, recomenda-se que as mesmas não ultrapassem os 3 minutos. </a:t>
            </a:r>
          </a:p>
          <a:p>
            <a:endParaRPr lang="pt-PT" dirty="0"/>
          </a:p>
          <a:p>
            <a:r>
              <a:rPr lang="pt-PT" dirty="0" smtClean="0"/>
              <a:t>Se </a:t>
            </a:r>
            <a:r>
              <a:rPr lang="pt-PT" dirty="0"/>
              <a:t>não conseguir transmitir a sua ideia num curto espaço de tempo ela não está suficientemente clara na sua cabeça e não vai ser entendida </a:t>
            </a:r>
            <a:r>
              <a:rPr lang="pt-PT" dirty="0" smtClean="0"/>
              <a:t>pelo avaliador.</a:t>
            </a:r>
            <a:endParaRPr lang="pt-PT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129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83568" y="1052736"/>
            <a:ext cx="79928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u="sng" dirty="0" smtClean="0"/>
              <a:t>Elementos para fazer uma apresentação sobre uma ideia de negócio:</a:t>
            </a:r>
          </a:p>
          <a:p>
            <a:endParaRPr lang="pt-PT" dirty="0" smtClean="0"/>
          </a:p>
          <a:p>
            <a:r>
              <a:rPr lang="pt-PT" b="1" dirty="0"/>
              <a:t>1</a:t>
            </a:r>
          </a:p>
          <a:p>
            <a:endParaRPr lang="pt-PT" dirty="0"/>
          </a:p>
          <a:p>
            <a:r>
              <a:rPr lang="pt-PT" b="1" dirty="0"/>
              <a:t>Tem de ser capaz de transmitir qual é o seu negócio de forma brilhante e incontestável. 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Antes </a:t>
            </a:r>
            <a:r>
              <a:rPr lang="pt-PT" b="1" dirty="0"/>
              <a:t>de falar com investidores, tem de ser capaz de articular ideias para expor as áreas críticas do seu negócio</a:t>
            </a:r>
            <a:r>
              <a:rPr lang="pt-PT" b="1" dirty="0" smtClean="0"/>
              <a:t>:</a:t>
            </a:r>
          </a:p>
          <a:p>
            <a:endParaRPr lang="pt-PT" b="1" dirty="0"/>
          </a:p>
          <a:p>
            <a:r>
              <a:rPr lang="pt-PT" b="1" dirty="0" smtClean="0"/>
              <a:t>- Que </a:t>
            </a:r>
            <a:r>
              <a:rPr lang="pt-PT" b="1" dirty="0"/>
              <a:t>problema é que a sua ideia resolve? </a:t>
            </a:r>
            <a:endParaRPr lang="pt-PT" b="1" dirty="0" smtClean="0"/>
          </a:p>
          <a:p>
            <a:r>
              <a:rPr lang="pt-PT" b="1" dirty="0" smtClean="0"/>
              <a:t>- Qual </a:t>
            </a:r>
            <a:r>
              <a:rPr lang="pt-PT" b="1" dirty="0"/>
              <a:t>é o seu modelo de negócio? </a:t>
            </a:r>
            <a:endParaRPr lang="pt-PT" b="1" dirty="0" smtClean="0"/>
          </a:p>
          <a:p>
            <a:r>
              <a:rPr lang="pt-PT" b="1" dirty="0" smtClean="0"/>
              <a:t>- Que </a:t>
            </a:r>
            <a:r>
              <a:rPr lang="pt-PT" b="1" dirty="0"/>
              <a:t>necessidades dos clientes satisfaz?</a:t>
            </a:r>
          </a:p>
          <a:p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Tem </a:t>
            </a:r>
            <a:r>
              <a:rPr lang="pt-PT" b="1" dirty="0"/>
              <a:t>de ser capaz de responder assertivamente a estas perguntas de forma clara e concisa.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1323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83568" y="1052736"/>
            <a:ext cx="79928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u="sng" dirty="0" smtClean="0"/>
              <a:t>Elementos para fazer uma apresentação sobre uma ideia de negócio:</a:t>
            </a:r>
          </a:p>
          <a:p>
            <a:endParaRPr lang="pt-PT" dirty="0" smtClean="0"/>
          </a:p>
          <a:p>
            <a:r>
              <a:rPr lang="pt-PT" b="1" dirty="0" smtClean="0"/>
              <a:t>2</a:t>
            </a:r>
            <a:endParaRPr lang="pt-PT" b="1" dirty="0"/>
          </a:p>
          <a:p>
            <a:endParaRPr lang="pt-PT" dirty="0"/>
          </a:p>
          <a:p>
            <a:r>
              <a:rPr lang="pt-PT" b="1" dirty="0"/>
              <a:t>Use todos os seus trunfos! </a:t>
            </a:r>
            <a:endParaRPr lang="pt-PT" b="1" dirty="0" smtClean="0"/>
          </a:p>
          <a:p>
            <a:endParaRPr lang="pt-PT" b="1" dirty="0" smtClean="0"/>
          </a:p>
          <a:p>
            <a:r>
              <a:rPr lang="pt-PT" b="1" dirty="0" smtClean="0"/>
              <a:t>Realizar um ‘</a:t>
            </a:r>
            <a:r>
              <a:rPr lang="pt-PT" b="1" dirty="0" err="1" smtClean="0"/>
              <a:t>Pitch</a:t>
            </a:r>
            <a:r>
              <a:rPr lang="pt-PT" b="1" dirty="0" smtClean="0"/>
              <a:t>’ trata-se de </a:t>
            </a:r>
            <a:r>
              <a:rPr lang="pt-PT" b="1" dirty="0"/>
              <a:t>uma oportunidade única </a:t>
            </a:r>
            <a:r>
              <a:rPr lang="pt-PT" b="1" dirty="0" smtClean="0"/>
              <a:t>para </a:t>
            </a:r>
            <a:r>
              <a:rPr lang="pt-PT" b="1" dirty="0"/>
              <a:t>causar uma boa impressão! Qual é o seu nicho de mercado? </a:t>
            </a:r>
            <a:endParaRPr lang="pt-PT" b="1" dirty="0" smtClean="0"/>
          </a:p>
          <a:p>
            <a:r>
              <a:rPr lang="pt-PT" b="1" dirty="0" smtClean="0"/>
              <a:t>O </a:t>
            </a:r>
            <a:r>
              <a:rPr lang="pt-PT" b="1" dirty="0"/>
              <a:t>que tem o seu produto/negócio de verdadeiramente diferenciador? </a:t>
            </a:r>
            <a:endParaRPr lang="pt-PT" b="1" dirty="0" smtClean="0"/>
          </a:p>
          <a:p>
            <a:r>
              <a:rPr lang="pt-PT" b="1" dirty="0" smtClean="0"/>
              <a:t>Como </a:t>
            </a:r>
            <a:r>
              <a:rPr lang="pt-PT" b="1" dirty="0"/>
              <a:t>vai convencer os seus clientes a comprar? </a:t>
            </a:r>
            <a:endParaRPr lang="pt-PT" b="1" dirty="0" smtClean="0"/>
          </a:p>
          <a:p>
            <a:endParaRPr lang="pt-PT" b="1" dirty="0" smtClean="0"/>
          </a:p>
          <a:p>
            <a:r>
              <a:rPr lang="pt-PT" b="1" dirty="0" smtClean="0"/>
              <a:t>Aborde </a:t>
            </a:r>
            <a:r>
              <a:rPr lang="pt-PT" b="1" dirty="0"/>
              <a:t>todos estes temas no seu </a:t>
            </a:r>
            <a:r>
              <a:rPr lang="pt-PT" b="1" dirty="0" smtClean="0"/>
              <a:t>“</a:t>
            </a:r>
            <a:r>
              <a:rPr lang="pt-PT" b="1" dirty="0" err="1" smtClean="0"/>
              <a:t>Pitch</a:t>
            </a:r>
            <a:r>
              <a:rPr lang="pt-PT" b="1" dirty="0" smtClean="0"/>
              <a:t>”.</a:t>
            </a:r>
            <a:endParaRPr lang="pt-PT" b="1" dirty="0"/>
          </a:p>
          <a:p>
            <a:endParaRPr lang="pt-PT" b="1" dirty="0" smtClean="0"/>
          </a:p>
          <a:p>
            <a:r>
              <a:rPr lang="pt-PT" b="1" dirty="0" smtClean="0"/>
              <a:t> </a:t>
            </a:r>
            <a:r>
              <a:rPr lang="pt-PT" b="1" dirty="0"/>
              <a:t>É certo que todos os negócios têm concorrentes diretos ou indiretos. 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/>
              <a:t> </a:t>
            </a:r>
            <a:r>
              <a:rPr lang="pt-PT" b="1" dirty="0" smtClean="0"/>
              <a:t>Por essa razão o empreendedor tem de </a:t>
            </a:r>
            <a:r>
              <a:rPr lang="pt-PT" b="1" dirty="0"/>
              <a:t>demonstrar porque é que o seu negócio é especial e diferente dos outros.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765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83568" y="1052736"/>
            <a:ext cx="799288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u="sng" dirty="0" smtClean="0"/>
              <a:t>Elementos para fazer uma apresentação sobre uma ideia de negócio:</a:t>
            </a:r>
          </a:p>
          <a:p>
            <a:endParaRPr lang="pt-PT" dirty="0"/>
          </a:p>
          <a:p>
            <a:r>
              <a:rPr lang="pt-PT" b="1" dirty="0" smtClean="0"/>
              <a:t>3</a:t>
            </a:r>
          </a:p>
          <a:p>
            <a:endParaRPr lang="pt-PT" b="1" dirty="0"/>
          </a:p>
          <a:p>
            <a:r>
              <a:rPr lang="pt-PT" b="1" dirty="0" smtClean="0"/>
              <a:t>Seja </a:t>
            </a:r>
            <a:r>
              <a:rPr lang="pt-PT" b="1" dirty="0"/>
              <a:t>honesto e direto. </a:t>
            </a:r>
            <a:endParaRPr lang="pt-PT" b="1" dirty="0" smtClean="0"/>
          </a:p>
          <a:p>
            <a:r>
              <a:rPr lang="pt-PT" b="1" dirty="0" smtClean="0"/>
              <a:t>A </a:t>
            </a:r>
            <a:r>
              <a:rPr lang="pt-PT" b="1" dirty="0"/>
              <a:t>pior coisa que pode fazer é mentir ou inventar. </a:t>
            </a:r>
            <a:r>
              <a:rPr lang="pt-PT" b="1" dirty="0" smtClean="0"/>
              <a:t>Os investidores </a:t>
            </a:r>
            <a:r>
              <a:rPr lang="pt-PT" b="1" dirty="0"/>
              <a:t>fazem uma investigação profunda e demorada do seu negócio e só vão investir se toda a informação que lhes transmitir for verdadeira. </a:t>
            </a:r>
            <a:endParaRPr lang="pt-PT" b="1" dirty="0" smtClean="0"/>
          </a:p>
          <a:p>
            <a:endParaRPr lang="pt-PT" b="1" dirty="0"/>
          </a:p>
          <a:p>
            <a:endParaRPr lang="pt-PT" b="1" dirty="0"/>
          </a:p>
          <a:p>
            <a:r>
              <a:rPr lang="pt-PT" b="1" dirty="0"/>
              <a:t>Pense bem na </a:t>
            </a:r>
            <a:r>
              <a:rPr lang="pt-PT" b="1" u="sng" dirty="0"/>
              <a:t>estratégia de crescimento do seu negócio. </a:t>
            </a:r>
            <a:endParaRPr lang="pt-PT" b="1" u="sng" dirty="0" smtClean="0"/>
          </a:p>
          <a:p>
            <a:r>
              <a:rPr lang="pt-PT" b="1" dirty="0" smtClean="0"/>
              <a:t>Os investidores procuram empresas </a:t>
            </a:r>
            <a:r>
              <a:rPr lang="pt-PT" b="1" dirty="0"/>
              <a:t>com forte potencial de crescimento. 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Ao </a:t>
            </a:r>
            <a:r>
              <a:rPr lang="pt-PT" b="1" dirty="0"/>
              <a:t>transmitir essa estratégia durante o </a:t>
            </a:r>
            <a:r>
              <a:rPr lang="pt-PT" b="1" dirty="0" smtClean="0"/>
              <a:t>“</a:t>
            </a:r>
            <a:r>
              <a:rPr lang="pt-PT" b="1" dirty="0" err="1" smtClean="0"/>
              <a:t>Pitch</a:t>
            </a:r>
            <a:r>
              <a:rPr lang="pt-PT" b="1" dirty="0" smtClean="0"/>
              <a:t>” auxilia o investidor a </a:t>
            </a:r>
            <a:r>
              <a:rPr lang="pt-PT" b="1" dirty="0"/>
              <a:t>compreender como planeia o futuro do seu negócio. 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Normalmente, o investidor pretende saber </a:t>
            </a:r>
            <a:r>
              <a:rPr lang="pt-PT" b="1" dirty="0"/>
              <a:t>qual é o </a:t>
            </a:r>
            <a:r>
              <a:rPr lang="pt-PT" b="1" dirty="0" smtClean="0"/>
              <a:t>plano do empreendedor para </a:t>
            </a:r>
            <a:r>
              <a:rPr lang="pt-PT" b="1" dirty="0"/>
              <a:t>levar a empresa ao próximo nível.</a:t>
            </a:r>
          </a:p>
        </p:txBody>
      </p:sp>
    </p:spTree>
    <p:extLst>
      <p:ext uri="{BB962C8B-B14F-4D97-AF65-F5344CB8AC3E}">
        <p14:creationId xmlns:p14="http://schemas.microsoft.com/office/powerpoint/2010/main" val="34060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83568" y="1052736"/>
            <a:ext cx="79928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u="sng" dirty="0" smtClean="0"/>
              <a:t>Elementos para fazer uma apresentação sobre uma ideia de negócio:</a:t>
            </a:r>
          </a:p>
          <a:p>
            <a:endParaRPr lang="pt-PT" dirty="0"/>
          </a:p>
          <a:p>
            <a:r>
              <a:rPr lang="pt-PT" b="1" dirty="0"/>
              <a:t>4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/>
              <a:t>Todos os negócios têm um “calcanhar de Aquiles”. Isso é certo. 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Não </a:t>
            </a:r>
            <a:r>
              <a:rPr lang="pt-PT" b="1" dirty="0"/>
              <a:t>fuja à abordagem deste tema. 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Ter </a:t>
            </a:r>
            <a:r>
              <a:rPr lang="pt-PT" b="1" dirty="0"/>
              <a:t>consciência das suas fraquezas e da forma como as contornar é essencial para dar conforto aos investidores. 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Temos de estar conscientes que, aquando de uma apresentação a investidores, os mesmos selecionam as ideias de negócio atento um processo </a:t>
            </a:r>
            <a:r>
              <a:rPr lang="pt-PT" b="1" dirty="0"/>
              <a:t>de seleção </a:t>
            </a:r>
            <a:r>
              <a:rPr lang="pt-PT" b="1" dirty="0" smtClean="0"/>
              <a:t>que tem por base uma </a:t>
            </a:r>
            <a:r>
              <a:rPr lang="pt-PT" b="1" dirty="0"/>
              <a:t>experiência profunda de negócios. 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Tentar </a:t>
            </a:r>
            <a:r>
              <a:rPr lang="pt-PT" b="1" dirty="0"/>
              <a:t>esconder as fraquezas </a:t>
            </a:r>
            <a:r>
              <a:rPr lang="pt-PT" b="1" dirty="0" smtClean="0"/>
              <a:t>pode afastar o investidor ou demonstrar insegurança em relação ao conhecimento que o empreendedor tem do negócio.</a:t>
            </a:r>
            <a:endParaRPr lang="pt-PT" b="1" dirty="0"/>
          </a:p>
        </p:txBody>
      </p:sp>
    </p:spTree>
    <p:extLst>
      <p:ext uri="{BB962C8B-B14F-4D97-AF65-F5344CB8AC3E}">
        <p14:creationId xmlns:p14="http://schemas.microsoft.com/office/powerpoint/2010/main" val="40076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83568" y="1052736"/>
            <a:ext cx="79928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u="sng" dirty="0" smtClean="0"/>
              <a:t>Elementos para fazer uma apresentação sobre uma ideia de negócio:</a:t>
            </a:r>
          </a:p>
          <a:p>
            <a:endParaRPr lang="pt-PT" dirty="0"/>
          </a:p>
          <a:p>
            <a:r>
              <a:rPr lang="pt-PT" b="1" dirty="0" smtClean="0"/>
              <a:t>5</a:t>
            </a:r>
          </a:p>
          <a:p>
            <a:endParaRPr lang="pt-PT" b="1" dirty="0"/>
          </a:p>
          <a:p>
            <a:r>
              <a:rPr lang="pt-PT" b="1" dirty="0"/>
              <a:t>Antes de </a:t>
            </a:r>
            <a:r>
              <a:rPr lang="pt-PT" b="1" dirty="0" smtClean="0"/>
              <a:t>da apresentação ‘</a:t>
            </a:r>
            <a:r>
              <a:rPr lang="pt-PT" b="1" dirty="0" err="1" smtClean="0"/>
              <a:t>Pitch</a:t>
            </a:r>
            <a:r>
              <a:rPr lang="pt-PT" b="1" dirty="0" smtClean="0"/>
              <a:t>’ </a:t>
            </a:r>
            <a:r>
              <a:rPr lang="pt-PT" b="1" dirty="0"/>
              <a:t>treine intensamente. 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Certifique-se </a:t>
            </a:r>
            <a:r>
              <a:rPr lang="pt-PT" b="1" dirty="0"/>
              <a:t>de que não excede o tempo </a:t>
            </a:r>
            <a:r>
              <a:rPr lang="pt-PT" b="1" dirty="0" smtClean="0"/>
              <a:t>e </a:t>
            </a:r>
            <a:r>
              <a:rPr lang="pt-PT" b="1" dirty="0"/>
              <a:t>de que transmite todas as ideias importantes.</a:t>
            </a:r>
          </a:p>
          <a:p>
            <a:endParaRPr lang="pt-PT" b="1" dirty="0" smtClean="0"/>
          </a:p>
          <a:p>
            <a:r>
              <a:rPr lang="pt-PT" b="1" dirty="0" smtClean="0"/>
              <a:t>Faça </a:t>
            </a:r>
            <a:r>
              <a:rPr lang="pt-PT" b="1" dirty="0"/>
              <a:t>o </a:t>
            </a:r>
            <a:r>
              <a:rPr lang="pt-PT" b="1" dirty="0" err="1"/>
              <a:t>Pitch</a:t>
            </a:r>
            <a:r>
              <a:rPr lang="pt-PT" b="1" dirty="0"/>
              <a:t> à frente da família e amigos e peça-lhes ajuda para apontarem os defeitos.</a:t>
            </a:r>
          </a:p>
          <a:p>
            <a:r>
              <a:rPr lang="pt-PT" b="1" dirty="0"/>
              <a:t> Note que, como eles gostam de si, não vão querer ferir a sua suscetibilidade e vão ter tendência a perdoar alguns erros que possa ter feito.</a:t>
            </a:r>
          </a:p>
          <a:p>
            <a:r>
              <a:rPr lang="pt-PT" b="1" dirty="0"/>
              <a:t> Peça-lhes para serem “advogados do diabo” e duros nas críticas porque essa é a melhor maneira de você aprender com os seus erros</a:t>
            </a:r>
            <a:r>
              <a:rPr lang="pt-PT" b="1" dirty="0" smtClean="0"/>
              <a:t>.</a:t>
            </a:r>
            <a:endParaRPr lang="pt-PT" b="1" dirty="0"/>
          </a:p>
        </p:txBody>
      </p:sp>
    </p:spTree>
    <p:extLst>
      <p:ext uri="{BB962C8B-B14F-4D97-AF65-F5344CB8AC3E}">
        <p14:creationId xmlns:p14="http://schemas.microsoft.com/office/powerpoint/2010/main" val="309851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75556" y="548680"/>
            <a:ext cx="79928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u="sng" dirty="0" smtClean="0"/>
              <a:t>Elementos para fazer uma apresentação sobre uma ideia de negócio:</a:t>
            </a:r>
          </a:p>
          <a:p>
            <a:endParaRPr lang="pt-PT" dirty="0"/>
          </a:p>
          <a:p>
            <a:r>
              <a:rPr lang="pt-PT" b="1" dirty="0"/>
              <a:t>6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Na fase </a:t>
            </a:r>
            <a:r>
              <a:rPr lang="pt-PT" b="1" dirty="0"/>
              <a:t>seguinte </a:t>
            </a:r>
            <a:r>
              <a:rPr lang="pt-PT" b="1" dirty="0" smtClean="0"/>
              <a:t>é </a:t>
            </a:r>
            <a:r>
              <a:rPr lang="pt-PT" b="1" dirty="0"/>
              <a:t>importantíssimo conhecer bem os números do seu negócio. Para ter sucesso </a:t>
            </a:r>
            <a:r>
              <a:rPr lang="pt-PT" b="1" dirty="0" smtClean="0"/>
              <a:t>tem </a:t>
            </a:r>
            <a:r>
              <a:rPr lang="pt-PT" b="1" dirty="0"/>
              <a:t>de conhecer os seus números de trás para a frente. </a:t>
            </a:r>
            <a:endParaRPr lang="pt-PT" b="1" dirty="0" smtClean="0"/>
          </a:p>
          <a:p>
            <a:endParaRPr lang="pt-PT" b="1" dirty="0"/>
          </a:p>
          <a:p>
            <a:r>
              <a:rPr lang="pt-PT" b="1" dirty="0" smtClean="0"/>
              <a:t>Vendas </a:t>
            </a:r>
            <a:r>
              <a:rPr lang="pt-PT" b="1" dirty="0"/>
              <a:t>passadas e futuras, despesas, dívida bancária, custos de fabrico, margens brutas e </a:t>
            </a:r>
            <a:r>
              <a:rPr lang="pt-PT" b="1" i="1" dirty="0" err="1"/>
              <a:t>Ebitda</a:t>
            </a:r>
            <a:r>
              <a:rPr lang="pt-PT" b="1" i="1" dirty="0"/>
              <a:t> </a:t>
            </a:r>
            <a:r>
              <a:rPr lang="pt-PT" b="1" dirty="0"/>
              <a:t>(resultado antes de amortizações, juros e impostos) são indispensáveis para responder a perguntas que lhe vamos fazer.</a:t>
            </a:r>
          </a:p>
          <a:p>
            <a:endParaRPr lang="pt-PT" b="1" dirty="0"/>
          </a:p>
          <a:p>
            <a:r>
              <a:rPr lang="pt-PT" b="1" dirty="0"/>
              <a:t>Mas o número mais importante de todos é o da avaliação do seu negócio. Tem de ter uma ótima justificação para ele!!</a:t>
            </a:r>
          </a:p>
          <a:p>
            <a:r>
              <a:rPr lang="pt-PT" b="1" dirty="0" smtClean="0"/>
              <a:t> </a:t>
            </a:r>
          </a:p>
          <a:p>
            <a:r>
              <a:rPr lang="pt-PT" b="1" dirty="0" smtClean="0"/>
              <a:t>Os investidores só </a:t>
            </a:r>
            <a:r>
              <a:rPr lang="pt-PT" b="1" dirty="0"/>
              <a:t>podem negociar a dimensão da quota com que vão ficar.</a:t>
            </a:r>
          </a:p>
          <a:p>
            <a:r>
              <a:rPr lang="pt-PT" b="1" dirty="0"/>
              <a:t> Se a sua avaliação for exagerada </a:t>
            </a:r>
            <a:r>
              <a:rPr lang="pt-PT" b="1" dirty="0" smtClean="0"/>
              <a:t>arrisca-se a que o investidor considere o </a:t>
            </a:r>
            <a:r>
              <a:rPr lang="pt-PT" b="1" dirty="0"/>
              <a:t>seu negócio impossível de realizar. </a:t>
            </a:r>
          </a:p>
          <a:p>
            <a:endParaRPr lang="pt-PT" b="1" dirty="0"/>
          </a:p>
          <a:p>
            <a:r>
              <a:rPr lang="pt-PT" b="1" dirty="0"/>
              <a:t>É também importante saber que os </a:t>
            </a:r>
            <a:r>
              <a:rPr lang="pt-PT" b="1" dirty="0" smtClean="0"/>
              <a:t>investidores </a:t>
            </a:r>
            <a:r>
              <a:rPr lang="pt-PT" b="1" dirty="0"/>
              <a:t>não vão dar dinheiro para </a:t>
            </a:r>
            <a:r>
              <a:rPr lang="pt-PT" b="1" dirty="0" smtClean="0"/>
              <a:t>“o </a:t>
            </a:r>
            <a:r>
              <a:rPr lang="pt-PT" b="1" dirty="0"/>
              <a:t>seu </a:t>
            </a:r>
            <a:r>
              <a:rPr lang="pt-PT" b="1" dirty="0" smtClean="0"/>
              <a:t>bolso”. </a:t>
            </a:r>
            <a:r>
              <a:rPr lang="pt-PT" b="1" dirty="0"/>
              <a:t>Eles injetam dinheiro na empresa e não nos sócios. O objetivo é fazer o negócio crescer. Não é comprar quotas!</a:t>
            </a:r>
          </a:p>
          <a:p>
            <a:endParaRPr lang="pt-PT" b="1" dirty="0"/>
          </a:p>
        </p:txBody>
      </p:sp>
    </p:spTree>
    <p:extLst>
      <p:ext uri="{BB962C8B-B14F-4D97-AF65-F5344CB8AC3E}">
        <p14:creationId xmlns:p14="http://schemas.microsoft.com/office/powerpoint/2010/main" val="88233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9682</TotalTime>
  <Words>992</Words>
  <Application>Microsoft Office PowerPoint</Application>
  <PresentationFormat>Apresentação no Ecrã (4:3)</PresentationFormat>
  <Paragraphs>134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do Office</vt:lpstr>
      <vt:lpstr>Apresentação do PowerPoint</vt:lpstr>
      <vt:lpstr>Plano Estratégico  de uma ideia de empresa (proposta)</vt:lpstr>
      <vt:lpstr>Plano Estratégico  de uma ideia de empresa (proposta)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Windows User</dc:creator>
  <cp:lastModifiedBy>Sofia Isabel</cp:lastModifiedBy>
  <cp:revision>58</cp:revision>
  <dcterms:created xsi:type="dcterms:W3CDTF">2016-09-15T23:51:56Z</dcterms:created>
  <dcterms:modified xsi:type="dcterms:W3CDTF">2022-01-05T10:35:42Z</dcterms:modified>
</cp:coreProperties>
</file>